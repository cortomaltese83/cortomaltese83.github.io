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e29171a0ac409f" /><Relationship Type="http://schemas.openxmlformats.org/officeDocument/2006/relationships/extended-properties" Target="/docProps/app.xml" Id="Rfe75010e400c499f" /><Relationship Type="http://schemas.openxmlformats.org/officeDocument/2006/relationships/officeDocument" Target="/ppt/presentation.xml" Id="R606fab0bdf624e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996ea8c26b4b08"/>
  </p:sldMasterIdLst>
  <p:notesMasterIdLst>
    <p:notesMasterId xmlns:r="http://schemas.openxmlformats.org/officeDocument/2006/relationships" r:id="R7b45093358024928"/>
  </p:notesMasterIdLst>
  <p:sldIdLst>
    <p:sldId xmlns:r="http://schemas.openxmlformats.org/officeDocument/2006/relationships" id="256" r:id="R3d7c5ab71c2a4310"/>
    <p:sldId xmlns:r="http://schemas.openxmlformats.org/officeDocument/2006/relationships" id="257" r:id="R25e61b8518634d88"/>
    <p:sldId xmlns:r="http://schemas.openxmlformats.org/officeDocument/2006/relationships" id="258" r:id="Rfd456d7d2baf4b4c"/>
    <p:sldId xmlns:r="http://schemas.openxmlformats.org/officeDocument/2006/relationships" id="259" r:id="R007bf33e77404e3b"/>
    <p:sldId xmlns:r="http://schemas.openxmlformats.org/officeDocument/2006/relationships" id="260" r:id="Reef08e22ef434c6f"/>
    <p:sldId xmlns:r="http://schemas.openxmlformats.org/officeDocument/2006/relationships" id="261" r:id="R81d8ecc95d4c47fb"/>
    <p:sldId xmlns:r="http://schemas.openxmlformats.org/officeDocument/2006/relationships" id="262" r:id="R2e27e60c99a64315"/>
    <p:sldId xmlns:r="http://schemas.openxmlformats.org/officeDocument/2006/relationships" id="263" r:id="Rd9a8de4dd6cf41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450ca491e14e18" /><Relationship Type="http://schemas.openxmlformats.org/officeDocument/2006/relationships/slideMaster" Target="/ppt/slideMasters/slideMaster1.xml" Id="Rfc996ea8c26b4b08" /><Relationship Type="http://schemas.openxmlformats.org/officeDocument/2006/relationships/notesMaster" Target="/ppt/notesMasters/notesMaster1.xml" Id="R7b45093358024928" /><Relationship Type="http://schemas.openxmlformats.org/officeDocument/2006/relationships/presProps" Target="/ppt/presProps.xml" Id="Ra60086951f194945" /><Relationship Type="http://schemas.openxmlformats.org/officeDocument/2006/relationships/tableStyles" Target="/ppt/tableStyles.xml" Id="Rc5dcf87db4fc4474" /><Relationship Type="http://schemas.openxmlformats.org/officeDocument/2006/relationships/slide" Target="/ppt/slides/slide1.xml" Id="R3d7c5ab71c2a4310" /><Relationship Type="http://schemas.openxmlformats.org/officeDocument/2006/relationships/slide" Target="/ppt/slides/slide2.xml" Id="R25e61b8518634d88" /><Relationship Type="http://schemas.openxmlformats.org/officeDocument/2006/relationships/slide" Target="/ppt/slides/slide3.xml" Id="Rfd456d7d2baf4b4c" /><Relationship Type="http://schemas.openxmlformats.org/officeDocument/2006/relationships/slide" Target="/ppt/slides/slide4.xml" Id="R007bf33e77404e3b" /><Relationship Type="http://schemas.openxmlformats.org/officeDocument/2006/relationships/slide" Target="/ppt/slides/slide5.xml" Id="Reef08e22ef434c6f" /><Relationship Type="http://schemas.openxmlformats.org/officeDocument/2006/relationships/slide" Target="/ppt/slides/slide6.xml" Id="R81d8ecc95d4c47fb" /><Relationship Type="http://schemas.openxmlformats.org/officeDocument/2006/relationships/slide" Target="/ppt/slides/slide7.xml" Id="R2e27e60c99a64315" /><Relationship Type="http://schemas.openxmlformats.org/officeDocument/2006/relationships/slide" Target="/ppt/slides/slide8.xml" Id="Rd9a8de4dd6cf41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a14077b9c94d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c2aa62fe584e52" /><Relationship Type="http://schemas.openxmlformats.org/officeDocument/2006/relationships/notesMaster" Target="/ppt/notesMasters/notesMaster1.xml" Id="Ra0a5cadf1bfa4b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f7500d6ba44912" /><Relationship Type="http://schemas.openxmlformats.org/officeDocument/2006/relationships/notesMaster" Target="/ppt/notesMasters/notesMaster1.xml" Id="R8527585407834e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a55edd9822493c" /><Relationship Type="http://schemas.openxmlformats.org/officeDocument/2006/relationships/notesMaster" Target="/ppt/notesMasters/notesMaster1.xml" Id="R4478de0030a848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64b7dc3ab847d0" /><Relationship Type="http://schemas.openxmlformats.org/officeDocument/2006/relationships/notesMaster" Target="/ppt/notesMasters/notesMaster1.xml" Id="R8b34b6a4be074a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412adebc7e4f37" /><Relationship Type="http://schemas.openxmlformats.org/officeDocument/2006/relationships/notesMaster" Target="/ppt/notesMasters/notesMaster1.xml" Id="R248965afc0cc46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56fd447dc0456c" /><Relationship Type="http://schemas.openxmlformats.org/officeDocument/2006/relationships/notesMaster" Target="/ppt/notesMasters/notesMaster1.xml" Id="R673222469e044a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35bd2699304a1c" /><Relationship Type="http://schemas.openxmlformats.org/officeDocument/2006/relationships/notesMaster" Target="/ppt/notesMasters/notesMaster1.xml" Id="R234a53b44e3047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30bca2d8294504" /><Relationship Type="http://schemas.openxmlformats.org/officeDocument/2006/relationships/notesMaster" Target="/ppt/notesMasters/notesMaster1.xml" Id="R501fdab9776b4f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Durata consigliata: due ore. Titolo per il registro: Codifica delle immagini bitmap: pixel, risoluzione e colori RGB.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Domanda iniziale: che cosa compare quando ingrandiamo molto una piccola immagine? Fonte immagine CC0: https://pixnote.net/en/pixels/grid/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Far ricostruire la lettera sul quaderno prima di mostrare l’anteprima. Specifica PBM: https://netpbm.sourceforge.net/doc/pbm.html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Precisare che una bitmap a colori non usa un solo bit per pixel. Con RGB a 24 bit ogni pixel contiene tre byte.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Aprire 02_bandiera_italiana.ppm prima nell’editor di testo e poi nel visualizzatore. Specifica PPM: https://netpbm.sourceforge.net/doc/ppm.html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Chiedere agli studenti di individuare nel testo del file il pixel blu e i quattro pixel verdi. Usare riga e colonna.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visualizzatore funziona offline. Mostrare prima la modifica con un clic, poi la modifica diretta dei numeri nella casella di testo.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Raccogliere una risposta breve per studente. Riprendere nella lezione successiva il rapporto tra risoluzione, profondità di colore e occupazione in memoria.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6e4a479ae441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1275cf898049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c2683b3d741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529c80b47e4c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072abe7684b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5fe7e0dae41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4F6FB8-8C7B-4D54-A234-921336D40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67FE13-2D5B-4C2E-A004-5BF06DE00A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1EA5655-B39D-4EB8-AD04-2AF0CCC170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E70903-9ADD-4E84-983A-AB9879F63C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2AEFC85-35DA-4B67-A9E0-ADC73F82FF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790BFA-4D40-44CC-80EF-084C6566BB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52C5CC-A4E4-4B2C-B65F-8CA60F0BF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418CF20-6F92-49E3-9C6D-D4167FEF95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C603A6-0BC2-4990-89E9-4911C410BE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892A3A-3906-489D-B2BD-58CB03227D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7db88fb89f46bb" /><Relationship Type="http://schemas.openxmlformats.org/officeDocument/2006/relationships/slideLayout" Target="/ppt/slideLayouts/slideLayout1.xml" Id="R5fc962868cfe4bb9" /><Relationship Type="http://schemas.openxmlformats.org/officeDocument/2006/relationships/slideLayout" Target="/ppt/slideLayouts/slideLayout2.xml" Id="R6f6ae7d8fdf44b49" /><Relationship Type="http://schemas.openxmlformats.org/officeDocument/2006/relationships/slideLayout" Target="/ppt/slideLayouts/slideLayout3.xml" Id="R51ec89ee3df34ec6" /><Relationship Type="http://schemas.openxmlformats.org/officeDocument/2006/relationships/slideLayout" Target="/ppt/slideLayouts/slideLayout4.xml" Id="R57ec163bcbc44a81" /><Relationship Type="http://schemas.openxmlformats.org/officeDocument/2006/relationships/slideLayout" Target="/ppt/slideLayouts/slideLayout5.xml" Id="Rcfff8c06e4204514" /><Relationship Type="http://schemas.openxmlformats.org/officeDocument/2006/relationships/slideLayout" Target="/ppt/slideLayouts/slideLayout6.xml" Id="R25702c96051149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c962868cfe4bb9"/>
    <p:sldLayoutId xmlns:r="http://schemas.openxmlformats.org/officeDocument/2006/relationships" id="2147483650" r:id="R6f6ae7d8fdf44b49"/>
    <p:sldLayoutId xmlns:r="http://schemas.openxmlformats.org/officeDocument/2006/relationships" id="2147483651" r:id="R51ec89ee3df34ec6"/>
    <p:sldLayoutId xmlns:r="http://schemas.openxmlformats.org/officeDocument/2006/relationships" id="2147483652" r:id="R57ec163bcbc44a81"/>
    <p:sldLayoutId xmlns:r="http://schemas.openxmlformats.org/officeDocument/2006/relationships" id="2147483653" r:id="Rcfff8c06e4204514"/>
    <p:sldLayoutId xmlns:r="http://schemas.openxmlformats.org/officeDocument/2006/relationships" id="2147483654" r:id="R25702c96051149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d63631634d4f42" /><Relationship Type="http://schemas.openxmlformats.org/officeDocument/2006/relationships/notesSlide" Target="/ppt/notesSlides/notesSlide1.xml" Id="R0c3f0d00ca9c4a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86c7a4e0324e3d" /><Relationship Type="http://schemas.openxmlformats.org/officeDocument/2006/relationships/image" Target="/ppt/media/image.png" Id="R2eff0236c60945b3" /><Relationship Type="http://schemas.openxmlformats.org/officeDocument/2006/relationships/notesSlide" Target="/ppt/notesSlides/notesSlide2.xml" Id="Re18a8a4610444b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0d4780e5824b33" /><Relationship Type="http://schemas.openxmlformats.org/officeDocument/2006/relationships/image" Target="/ppt/media/image2.png" Id="R7dcdd2ac5fcd4670" /><Relationship Type="http://schemas.openxmlformats.org/officeDocument/2006/relationships/notesSlide" Target="/ppt/notesSlides/notesSlide3.xml" Id="Ra4051bf36e2641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ee7d883bce4c8a" /><Relationship Type="http://schemas.openxmlformats.org/officeDocument/2006/relationships/image" Target="/ppt/media/image3.png" Id="Rf0ba78953d594d61" /><Relationship Type="http://schemas.openxmlformats.org/officeDocument/2006/relationships/notesSlide" Target="/ppt/notesSlides/notesSlide4.xml" Id="Ra6dfa52498fd4f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be32f42d484cdc" /><Relationship Type="http://schemas.openxmlformats.org/officeDocument/2006/relationships/image" Target="/ppt/media/image4.png" Id="Rfdf9463187b04881" /><Relationship Type="http://schemas.openxmlformats.org/officeDocument/2006/relationships/notesSlide" Target="/ppt/notesSlides/notesSlide5.xml" Id="Ra0dbf279e6ac41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557659535b4e2f" /><Relationship Type="http://schemas.openxmlformats.org/officeDocument/2006/relationships/image" Target="/ppt/media/image5.png" Id="Re7dcd8d5697d479d" /><Relationship Type="http://schemas.openxmlformats.org/officeDocument/2006/relationships/image" Target="/ppt/media/image6.png" Id="R272a85b2c0ca4050" /><Relationship Type="http://schemas.openxmlformats.org/officeDocument/2006/relationships/notesSlide" Target="/ppt/notesSlides/notesSlide6.xml" Id="Rf24c8efcd1fc43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07259b6e6e4d9b" /><Relationship Type="http://schemas.openxmlformats.org/officeDocument/2006/relationships/image" Target="/ppt/media/image7.png" Id="Rcfd37916cc7240da" /><Relationship Type="http://schemas.openxmlformats.org/officeDocument/2006/relationships/notesSlide" Target="/ppt/notesSlides/notesSlide7.xml" Id="Rd994d7000c0b42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77a0e0d1ad42b0" /><Relationship Type="http://schemas.openxmlformats.org/officeDocument/2006/relationships/notesSlide" Target="/ppt/notesSlides/notesSlide8.xml" Id="R103a4326c54c4f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234B6-0EF8-4B36-9A05-FB654538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6A02D-2551-49DF-A951-380241C5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36660-72F3-4ABA-B30D-2B8101CB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9334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 b="1">
                <a:solidFill>
                  <a:srgbClr val="FFFFFF"/>
                </a:solidFill>
              </a:defRPr>
            </a:defPPr>
            <a:lvl1pPr>
              <a:defRPr sz="3900" b="1">
                <a:solidFill>
                  <a:srgbClr val="FFFFFF"/>
                </a:solidFill>
              </a:defRPr>
            </a:lvl1pPr>
            <a:lvl2pPr>
              <a:defRPr sz="3900" b="1">
                <a:solidFill>
                  <a:srgbClr val="FFFFFF"/>
                </a:solidFill>
              </a:defRPr>
            </a:lvl2pPr>
            <a:lvl3pPr>
              <a:defRPr sz="3900" b="1">
                <a:solidFill>
                  <a:srgbClr val="FFFFFF"/>
                </a:solidFill>
              </a:defRPr>
            </a:lvl3pPr>
            <a:lvl4pPr>
              <a:defRPr sz="3900" b="1">
                <a:solidFill>
                  <a:srgbClr val="FFFFFF"/>
                </a:solidFill>
              </a:defRPr>
            </a:lvl4pPr>
            <a:lvl5pPr>
              <a:defRPr sz="3900" b="1">
                <a:solidFill>
                  <a:srgbClr val="FFFFFF"/>
                </a:solidFill>
              </a:defRPr>
            </a:lvl5pPr>
            <a:lvl6pPr>
              <a:defRPr sz="3900" b="1">
                <a:solidFill>
                  <a:srgbClr val="FFFFFF"/>
                </a:solidFill>
              </a:defRPr>
            </a:lvl6pPr>
            <a:lvl7pPr>
              <a:defRPr sz="3900" b="1">
                <a:solidFill>
                  <a:srgbClr val="FFFFFF"/>
                </a:solidFill>
              </a:defRPr>
            </a:lvl7pPr>
            <a:lvl8pPr>
              <a:defRPr sz="3900" b="1">
                <a:solidFill>
                  <a:srgbClr val="FFFFFF"/>
                </a:solidFill>
              </a:defRPr>
            </a:lvl8pPr>
            <a:lvl9pPr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La codifica delle immagini raster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DCB51-8A45-4746-9594-E2385EE4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CDE4F2"/>
                </a:solidFill>
              </a:defRPr>
            </a:defPPr>
            <a:lvl1pPr>
              <a:defRPr sz="2100" b="0">
                <a:solidFill>
                  <a:srgbClr val="CDE4F2"/>
                </a:solidFill>
              </a:defRPr>
            </a:lvl1pPr>
            <a:lvl2pPr>
              <a:defRPr sz="2100" b="0">
                <a:solidFill>
                  <a:srgbClr val="CDE4F2"/>
                </a:solidFill>
              </a:defRPr>
            </a:lvl2pPr>
            <a:lvl3pPr>
              <a:defRPr sz="2100" b="0">
                <a:solidFill>
                  <a:srgbClr val="CDE4F2"/>
                </a:solidFill>
              </a:defRPr>
            </a:lvl3pPr>
            <a:lvl4pPr>
              <a:defRPr sz="2100" b="0">
                <a:solidFill>
                  <a:srgbClr val="CDE4F2"/>
                </a:solidFill>
              </a:defRPr>
            </a:lvl4pPr>
            <a:lvl5pPr>
              <a:defRPr sz="2100" b="0">
                <a:solidFill>
                  <a:srgbClr val="CDE4F2"/>
                </a:solidFill>
              </a:defRPr>
            </a:lvl5pPr>
            <a:lvl6pPr>
              <a:defRPr sz="2100" b="0">
                <a:solidFill>
                  <a:srgbClr val="CDE4F2"/>
                </a:solidFill>
              </a:defRPr>
            </a:lvl6pPr>
            <a:lvl7pPr>
              <a:defRPr sz="2100" b="0">
                <a:solidFill>
                  <a:srgbClr val="CDE4F2"/>
                </a:solidFill>
              </a:defRPr>
            </a:lvl7pPr>
            <a:lvl8pPr>
              <a:defRPr sz="2100" b="0">
                <a:solidFill>
                  <a:srgbClr val="CDE4F2"/>
                </a:solidFill>
              </a:defRPr>
            </a:lvl8pPr>
            <a:lvl9pPr>
              <a:defRPr sz="2100" b="0">
                <a:solidFill>
                  <a:srgbClr val="CDE4F2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DE4F2"/>
                </a:solidFill>
              </a:defRPr>
            </a:pPr>
            <a:r>
              <a:rPr sz="2100" b="0">
                <a:solidFill>
                  <a:srgbClr val="CDE4F2"/>
                </a:solidFill>
              </a:rPr>
              <a:t>Pixel, bitmap e colori RGB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31447-6192-416D-9BB6-1DF3B994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  <a:lvl1pPr>
              <a:defRPr sz="1350" b="0">
                <a:solidFill>
                  <a:srgbClr val="FFFFFF"/>
                </a:solidFill>
              </a:defRPr>
            </a:lvl1pPr>
            <a:lvl2pPr>
              <a:defRPr sz="1350" b="0">
                <a:solidFill>
                  <a:srgbClr val="FFFFFF"/>
                </a:solidFill>
              </a:defRPr>
            </a:lvl2pPr>
            <a:lvl3pPr>
              <a:defRPr sz="1350" b="0">
                <a:solidFill>
                  <a:srgbClr val="FFFFFF"/>
                </a:solidFill>
              </a:defRPr>
            </a:lvl3pPr>
            <a:lvl4pPr>
              <a:defRPr sz="1350" b="0">
                <a:solidFill>
                  <a:srgbClr val="FFFFFF"/>
                </a:solidFill>
              </a:defRPr>
            </a:lvl4pPr>
            <a:lvl5pPr>
              <a:defRPr sz="1350" b="0">
                <a:solidFill>
                  <a:srgbClr val="FFFFFF"/>
                </a:solidFill>
              </a:defRPr>
            </a:lvl5pPr>
            <a:lvl6pPr>
              <a:defRPr sz="1350" b="0">
                <a:solidFill>
                  <a:srgbClr val="FFFFFF"/>
                </a:solidFill>
              </a:defRPr>
            </a:lvl6pPr>
            <a:lvl7pPr>
              <a:defRPr sz="1350" b="0">
                <a:solidFill>
                  <a:srgbClr val="FFFFFF"/>
                </a:solidFill>
              </a:defRPr>
            </a:lvl7pPr>
            <a:lvl8pPr>
              <a:defRPr sz="1350" b="0">
                <a:solidFill>
                  <a:srgbClr val="FFFFFF"/>
                </a:solidFill>
              </a:defRPr>
            </a:lvl8pPr>
            <a:lvl9pPr>
              <a:defRPr sz="13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1GIA  Informatica e reti di comunicazione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24723-6D68-4BBE-A4AA-2B2ADD17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FFD166"/>
                </a:solidFill>
              </a:defRPr>
            </a:defPPr>
            <a:lvl1pPr>
              <a:defRPr sz="1500" b="1">
                <a:solidFill>
                  <a:srgbClr val="FFD166"/>
                </a:solidFill>
              </a:defRPr>
            </a:lvl1pPr>
            <a:lvl2pPr>
              <a:defRPr sz="1500" b="1">
                <a:solidFill>
                  <a:srgbClr val="FFD166"/>
                </a:solidFill>
              </a:defRPr>
            </a:lvl2pPr>
            <a:lvl3pPr>
              <a:defRPr sz="1500" b="1">
                <a:solidFill>
                  <a:srgbClr val="FFD166"/>
                </a:solidFill>
              </a:defRPr>
            </a:lvl3pPr>
            <a:lvl4pPr>
              <a:defRPr sz="1500" b="1">
                <a:solidFill>
                  <a:srgbClr val="FFD166"/>
                </a:solidFill>
              </a:defRPr>
            </a:lvl4pPr>
            <a:lvl5pPr>
              <a:defRPr sz="1500" b="1">
                <a:solidFill>
                  <a:srgbClr val="FFD166"/>
                </a:solidFill>
              </a:defRPr>
            </a:lvl5pPr>
            <a:lvl6pPr>
              <a:defRPr sz="1500" b="1">
                <a:solidFill>
                  <a:srgbClr val="FFD166"/>
                </a:solidFill>
              </a:defRPr>
            </a:lvl6pPr>
            <a:lvl7pPr>
              <a:defRPr sz="1500" b="1">
                <a:solidFill>
                  <a:srgbClr val="FFD166"/>
                </a:solidFill>
              </a:defRPr>
            </a:lvl7pPr>
            <a:lvl8pPr>
              <a:defRPr sz="1500" b="1">
                <a:solidFill>
                  <a:srgbClr val="FFD166"/>
                </a:solidFill>
              </a:defRPr>
            </a:lvl8pPr>
            <a:lvl9pPr>
              <a:defRPr sz="1500" b="1">
                <a:solidFill>
                  <a:srgbClr val="FFD166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D166"/>
                </a:solidFill>
              </a:defRPr>
            </a:pPr>
            <a:r>
              <a:rPr sz="1500" b="1">
                <a:solidFill>
                  <a:srgbClr val="FFD166"/>
                </a:solidFill>
              </a:rPr>
              <a:t>Obiettivo della lezione</a:t>
            </a:r>
          </a:p>
          <a:p xmlns:a="http://schemas.openxmlformats.org/drawingml/2006/main">
            <a:pPr>
              <a:defRPr sz="1500" b="1">
                <a:solidFill>
                  <a:srgbClr val="FFD166"/>
                </a:solidFill>
              </a:defRPr>
            </a:pPr>
            <a:r>
              <a:rPr sz="1500" b="1">
                <a:solidFill>
                  <a:srgbClr val="FFD166"/>
                </a:solidFill>
              </a:rPr>
              <a:t>Leggere e modificare i dati che formano un’immagine</a:t>
            </a:r>
          </a:p>
        </p:txBody>
      </p:sp>
    </p:spTree>
    <p:extLst>
      <p:ext uri="{BB962C8B-B14F-4D97-AF65-F5344CB8AC3E}">
        <p14:creationId xmlns:p14="http://schemas.microsoft.com/office/powerpoint/2010/main" val="18121251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EDDFD-B0A0-4143-9CDE-A2265130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02A43"/>
                </a:solidFill>
              </a:defRPr>
            </a:defPPr>
            <a:lvl1pPr>
              <a:defRPr sz="2700" b="1">
                <a:solidFill>
                  <a:srgbClr val="102A43"/>
                </a:solidFill>
              </a:defRPr>
            </a:lvl1pPr>
            <a:lvl2pPr>
              <a:defRPr sz="2700" b="1">
                <a:solidFill>
                  <a:srgbClr val="102A43"/>
                </a:solidFill>
              </a:defRPr>
            </a:lvl2pPr>
            <a:lvl3pPr>
              <a:defRPr sz="2700" b="1">
                <a:solidFill>
                  <a:srgbClr val="102A43"/>
                </a:solidFill>
              </a:defRPr>
            </a:lvl3pPr>
            <a:lvl4pPr>
              <a:defRPr sz="2700" b="1">
                <a:solidFill>
                  <a:srgbClr val="102A43"/>
                </a:solidFill>
              </a:defRPr>
            </a:lvl4pPr>
            <a:lvl5pPr>
              <a:defRPr sz="2700" b="1">
                <a:solidFill>
                  <a:srgbClr val="102A43"/>
                </a:solidFill>
              </a:defRPr>
            </a:lvl5pPr>
            <a:lvl6pPr>
              <a:defRPr sz="2700" b="1">
                <a:solidFill>
                  <a:srgbClr val="102A43"/>
                </a:solidFill>
              </a:defRPr>
            </a:lvl6pPr>
            <a:lvl7pPr>
              <a:defRPr sz="2700" b="1">
                <a:solidFill>
                  <a:srgbClr val="102A43"/>
                </a:solidFill>
              </a:defRPr>
            </a:lvl7pPr>
            <a:lvl8pPr>
              <a:defRPr sz="2700" b="1">
                <a:solidFill>
                  <a:srgbClr val="102A43"/>
                </a:solidFill>
              </a:defRPr>
            </a:lvl8pPr>
            <a:lvl9pPr>
              <a:defRPr sz="27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Ogni immagine raster è una griglia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88154-ACAC-4F9C-BC54-C8275883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769AA"/>
                </a:solidFill>
              </a:defRPr>
            </a:defPPr>
            <a:lvl1pPr>
              <a:defRPr sz="1275" b="1">
                <a:solidFill>
                  <a:srgbClr val="1769AA"/>
                </a:solidFill>
              </a:defRPr>
            </a:lvl1pPr>
            <a:lvl2pPr>
              <a:defRPr sz="1275" b="1">
                <a:solidFill>
                  <a:srgbClr val="1769AA"/>
                </a:solidFill>
              </a:defRPr>
            </a:lvl2pPr>
            <a:lvl3pPr>
              <a:defRPr sz="1275" b="1">
                <a:solidFill>
                  <a:srgbClr val="1769AA"/>
                </a:solidFill>
              </a:defRPr>
            </a:lvl3pPr>
            <a:lvl4pPr>
              <a:defRPr sz="1275" b="1">
                <a:solidFill>
                  <a:srgbClr val="1769AA"/>
                </a:solidFill>
              </a:defRPr>
            </a:lvl4pPr>
            <a:lvl5pPr>
              <a:defRPr sz="1275" b="1">
                <a:solidFill>
                  <a:srgbClr val="1769AA"/>
                </a:solidFill>
              </a:defRPr>
            </a:lvl5pPr>
            <a:lvl6pPr>
              <a:defRPr sz="1275" b="1">
                <a:solidFill>
                  <a:srgbClr val="1769AA"/>
                </a:solidFill>
              </a:defRPr>
            </a:lvl6pPr>
            <a:lvl7pPr>
              <a:defRPr sz="1275" b="1">
                <a:solidFill>
                  <a:srgbClr val="1769AA"/>
                </a:solidFill>
              </a:defRPr>
            </a:lvl7pPr>
            <a:lvl8pPr>
              <a:defRPr sz="1275" b="1">
                <a:solidFill>
                  <a:srgbClr val="1769AA"/>
                </a:solidFill>
              </a:defRPr>
            </a:lvl8pPr>
            <a:lvl9pPr>
              <a:defRPr sz="1275" b="1">
                <a:solidFill>
                  <a:srgbClr val="1769AA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9936C-EB01-4824-9D13-93998297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00C9B-2184-42EF-9FE3-3CBEEF98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4767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1B947-6202-4775-9A6D-20D226369C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f0236c60945b3"/>
          <a:stretch xmlns:a="http://schemas.openxmlformats.org/drawingml/2006/main"/>
        </p:blipFill>
        <p:spPr>
          <a:xfrm xmlns:a="http://schemas.openxmlformats.org/drawingml/2006/main">
            <a:off x="1000125" y="1714500"/>
            <a:ext cx="3810000" cy="3810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E17B9-36CE-43D1-9025-62D7957E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6685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1769AA"/>
                </a:solidFill>
              </a:defRPr>
            </a:defPPr>
            <a:lvl1pPr>
              <a:defRPr sz="2175" b="1">
                <a:solidFill>
                  <a:srgbClr val="1769AA"/>
                </a:solidFill>
              </a:defRPr>
            </a:lvl1pPr>
            <a:lvl2pPr>
              <a:defRPr sz="2175" b="1">
                <a:solidFill>
                  <a:srgbClr val="1769AA"/>
                </a:solidFill>
              </a:defRPr>
            </a:lvl2pPr>
            <a:lvl3pPr>
              <a:defRPr sz="2175" b="1">
                <a:solidFill>
                  <a:srgbClr val="1769AA"/>
                </a:solidFill>
              </a:defRPr>
            </a:lvl3pPr>
            <a:lvl4pPr>
              <a:defRPr sz="2175" b="1">
                <a:solidFill>
                  <a:srgbClr val="1769AA"/>
                </a:solidFill>
              </a:defRPr>
            </a:lvl4pPr>
            <a:lvl5pPr>
              <a:defRPr sz="2175" b="1">
                <a:solidFill>
                  <a:srgbClr val="1769AA"/>
                </a:solidFill>
              </a:defRPr>
            </a:lvl5pPr>
            <a:lvl6pPr>
              <a:defRPr sz="2175" b="1">
                <a:solidFill>
                  <a:srgbClr val="1769AA"/>
                </a:solidFill>
              </a:defRPr>
            </a:lvl6pPr>
            <a:lvl7pPr>
              <a:defRPr sz="2175" b="1">
                <a:solidFill>
                  <a:srgbClr val="1769AA"/>
                </a:solidFill>
              </a:defRPr>
            </a:lvl7pPr>
            <a:lvl8pPr>
              <a:defRPr sz="2175" b="1">
                <a:solidFill>
                  <a:srgbClr val="1769AA"/>
                </a:solidFill>
              </a:defRPr>
            </a:lvl8pPr>
            <a:lvl9pPr>
              <a:defRPr sz="2175" b="1">
                <a:solidFill>
                  <a:srgbClr val="1769AA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69AA"/>
                </a:solidFill>
              </a:defRPr>
            </a:pPr>
            <a:r>
              <a:rPr sz="2175" b="1">
                <a:solidFill>
                  <a:srgbClr val="1769AA"/>
                </a:solidFill>
              </a:rPr>
              <a:t>Un pixel occupa una posizione precisa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AE739-C589-47E3-B547-CEEBF551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51911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2033"/>
                </a:solidFill>
              </a:defRPr>
            </a:defPPr>
            <a:lvl1pPr>
              <a:defRPr sz="1725" b="0">
                <a:solidFill>
                  <a:srgbClr val="172033"/>
                </a:solidFill>
              </a:defRPr>
            </a:lvl1pPr>
            <a:lvl2pPr>
              <a:defRPr sz="1725" b="0">
                <a:solidFill>
                  <a:srgbClr val="172033"/>
                </a:solidFill>
              </a:defRPr>
            </a:lvl2pPr>
            <a:lvl3pPr>
              <a:defRPr sz="1725" b="0">
                <a:solidFill>
                  <a:srgbClr val="172033"/>
                </a:solidFill>
              </a:defRPr>
            </a:lvl3pPr>
            <a:lvl4pPr>
              <a:defRPr sz="1725" b="0">
                <a:solidFill>
                  <a:srgbClr val="172033"/>
                </a:solidFill>
              </a:defRPr>
            </a:lvl4pPr>
            <a:lvl5pPr>
              <a:defRPr sz="1725" b="0">
                <a:solidFill>
                  <a:srgbClr val="172033"/>
                </a:solidFill>
              </a:defRPr>
            </a:lvl5pPr>
            <a:lvl6pPr>
              <a:defRPr sz="1725" b="0">
                <a:solidFill>
                  <a:srgbClr val="172033"/>
                </a:solidFill>
              </a:defRPr>
            </a:lvl6pPr>
            <a:lvl7pPr>
              <a:defRPr sz="1725" b="0">
                <a:solidFill>
                  <a:srgbClr val="172033"/>
                </a:solidFill>
              </a:defRPr>
            </a:lvl7pPr>
            <a:lvl8pPr>
              <a:defRPr sz="1725" b="0">
                <a:solidFill>
                  <a:srgbClr val="172033"/>
                </a:solidFill>
              </a:defRPr>
            </a:lvl8pPr>
            <a:lvl9pPr>
              <a:defRPr sz="1725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Riga e colonna identificano ogni elemento della griglia.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Una figura 16 × 16 contiene 256 pixel.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Lo zoom rende visibili i quadrati, ma non aggiunge nuovi dettagli.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3BFF5-A3D6-4774-AC07-2D05CA73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91125"/>
            <a:ext cx="476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6D1B7-4F6F-43ED-AC69-DD4690FA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3149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16 × 16 = 256 posizioni da codificare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A562DC-1444-4ED8-8CCD-D3E008EC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57D"/>
                </a:solidFill>
              </a:defRPr>
            </a:defPPr>
            <a:lvl1pPr>
              <a:defRPr sz="900" b="0">
                <a:solidFill>
                  <a:srgbClr val="52657D"/>
                </a:solidFill>
              </a:defRPr>
            </a:lvl1pPr>
            <a:lvl2pPr>
              <a:defRPr sz="900" b="0">
                <a:solidFill>
                  <a:srgbClr val="52657D"/>
                </a:solidFill>
              </a:defRPr>
            </a:lvl2pPr>
            <a:lvl3pPr>
              <a:defRPr sz="900" b="0">
                <a:solidFill>
                  <a:srgbClr val="52657D"/>
                </a:solidFill>
              </a:defRPr>
            </a:lvl3pPr>
            <a:lvl4pPr>
              <a:defRPr sz="900" b="0">
                <a:solidFill>
                  <a:srgbClr val="52657D"/>
                </a:solidFill>
              </a:defRPr>
            </a:lvl4pPr>
            <a:lvl5pPr>
              <a:defRPr sz="900" b="0">
                <a:solidFill>
                  <a:srgbClr val="52657D"/>
                </a:solidFill>
              </a:defRPr>
            </a:lvl5pPr>
            <a:lvl6pPr>
              <a:defRPr sz="900" b="0">
                <a:solidFill>
                  <a:srgbClr val="52657D"/>
                </a:solidFill>
              </a:defRPr>
            </a:lvl6pPr>
            <a:lvl7pPr>
              <a:defRPr sz="900" b="0">
                <a:solidFill>
                  <a:srgbClr val="52657D"/>
                </a:solidFill>
              </a:defRPr>
            </a:lvl7pPr>
            <a:lvl8pPr>
              <a:defRPr sz="900" b="0">
                <a:solidFill>
                  <a:srgbClr val="52657D"/>
                </a:solidFill>
              </a:defRPr>
            </a:lvl8pPr>
            <a:lvl9pPr>
              <a:defRPr sz="900" b="0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2657D"/>
                </a:solidFill>
              </a:defRPr>
            </a:pPr>
            <a:r>
              <a:rPr sz="900" b="0">
                <a:solidFill>
                  <a:srgbClr val="52657D"/>
                </a:solidFill>
              </a:rPr>
              <a:t>1GIA  Codifica delle immagini raster</a:t>
            </a:r>
          </a:p>
        </p:txBody>
      </p:sp>
    </p:spTree>
    <p:extLst>
      <p:ext uri="{BB962C8B-B14F-4D97-AF65-F5344CB8AC3E}">
        <p14:creationId xmlns:p14="http://schemas.microsoft.com/office/powerpoint/2010/main" val="13126597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8D2DC-621C-41B3-A9EF-909872BE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02A43"/>
                </a:solidFill>
              </a:defRPr>
            </a:defPPr>
            <a:lvl1pPr>
              <a:defRPr sz="2700" b="1">
                <a:solidFill>
                  <a:srgbClr val="102A43"/>
                </a:solidFill>
              </a:defRPr>
            </a:lvl1pPr>
            <a:lvl2pPr>
              <a:defRPr sz="2700" b="1">
                <a:solidFill>
                  <a:srgbClr val="102A43"/>
                </a:solidFill>
              </a:defRPr>
            </a:lvl2pPr>
            <a:lvl3pPr>
              <a:defRPr sz="2700" b="1">
                <a:solidFill>
                  <a:srgbClr val="102A43"/>
                </a:solidFill>
              </a:defRPr>
            </a:lvl3pPr>
            <a:lvl4pPr>
              <a:defRPr sz="2700" b="1">
                <a:solidFill>
                  <a:srgbClr val="102A43"/>
                </a:solidFill>
              </a:defRPr>
            </a:lvl4pPr>
            <a:lvl5pPr>
              <a:defRPr sz="2700" b="1">
                <a:solidFill>
                  <a:srgbClr val="102A43"/>
                </a:solidFill>
              </a:defRPr>
            </a:lvl5pPr>
            <a:lvl6pPr>
              <a:defRPr sz="2700" b="1">
                <a:solidFill>
                  <a:srgbClr val="102A43"/>
                </a:solidFill>
              </a:defRPr>
            </a:lvl6pPr>
            <a:lvl7pPr>
              <a:defRPr sz="2700" b="1">
                <a:solidFill>
                  <a:srgbClr val="102A43"/>
                </a:solidFill>
              </a:defRPr>
            </a:lvl7pPr>
            <a:lvl8pPr>
              <a:defRPr sz="2700" b="1">
                <a:solidFill>
                  <a:srgbClr val="102A43"/>
                </a:solidFill>
              </a:defRPr>
            </a:lvl8pPr>
            <a:lvl9pPr>
              <a:defRPr sz="27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Dalla figura alla matrice di bit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FDDFB-44A8-419F-83D2-0FDE25C2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769AA"/>
                </a:solidFill>
              </a:defRPr>
            </a:defPPr>
            <a:lvl1pPr>
              <a:defRPr sz="1275" b="1">
                <a:solidFill>
                  <a:srgbClr val="1769AA"/>
                </a:solidFill>
              </a:defRPr>
            </a:lvl1pPr>
            <a:lvl2pPr>
              <a:defRPr sz="1275" b="1">
                <a:solidFill>
                  <a:srgbClr val="1769AA"/>
                </a:solidFill>
              </a:defRPr>
            </a:lvl2pPr>
            <a:lvl3pPr>
              <a:defRPr sz="1275" b="1">
                <a:solidFill>
                  <a:srgbClr val="1769AA"/>
                </a:solidFill>
              </a:defRPr>
            </a:lvl3pPr>
            <a:lvl4pPr>
              <a:defRPr sz="1275" b="1">
                <a:solidFill>
                  <a:srgbClr val="1769AA"/>
                </a:solidFill>
              </a:defRPr>
            </a:lvl4pPr>
            <a:lvl5pPr>
              <a:defRPr sz="1275" b="1">
                <a:solidFill>
                  <a:srgbClr val="1769AA"/>
                </a:solidFill>
              </a:defRPr>
            </a:lvl5pPr>
            <a:lvl6pPr>
              <a:defRPr sz="1275" b="1">
                <a:solidFill>
                  <a:srgbClr val="1769AA"/>
                </a:solidFill>
              </a:defRPr>
            </a:lvl6pPr>
            <a:lvl7pPr>
              <a:defRPr sz="1275" b="1">
                <a:solidFill>
                  <a:srgbClr val="1769AA"/>
                </a:solidFill>
              </a:defRPr>
            </a:lvl7pPr>
            <a:lvl8pPr>
              <a:defRPr sz="1275" b="1">
                <a:solidFill>
                  <a:srgbClr val="1769AA"/>
                </a:solidFill>
              </a:defRPr>
            </a:lvl8pPr>
            <a:lvl9pPr>
              <a:defRPr sz="1275" b="1">
                <a:solidFill>
                  <a:srgbClr val="1769AA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AF0ED-CCB0-46F5-845A-1930C933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8B42F-396A-46D4-B7FE-0014D2DDEB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dd2ac5fcd4670"/>
          <a:stretch xmlns:a="http://schemas.openxmlformats.org/drawingml/2006/main"/>
        </p:blipFill>
        <p:spPr>
          <a:xfrm xmlns:a="http://schemas.openxmlformats.org/drawingml/2006/main">
            <a:off x="685800" y="1466850"/>
            <a:ext cx="4000500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7AC4D-973C-4621-960E-16264BB5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28750"/>
            <a:ext cx="5905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9C3C3-520B-48C9-B63A-0FC1F061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95450"/>
            <a:ext cx="5238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E7F3FA"/>
                </a:solidFill>
              </a:defRPr>
            </a:defPPr>
            <a:lvl1pPr>
              <a:defRPr sz="1875" b="0">
                <a:solidFill>
                  <a:srgbClr val="E7F3FA"/>
                </a:solidFill>
              </a:defRPr>
            </a:lvl1pPr>
            <a:lvl2pPr>
              <a:defRPr sz="1875" b="0">
                <a:solidFill>
                  <a:srgbClr val="E7F3FA"/>
                </a:solidFill>
              </a:defRPr>
            </a:lvl2pPr>
            <a:lvl3pPr>
              <a:defRPr sz="1875" b="0">
                <a:solidFill>
                  <a:srgbClr val="E7F3FA"/>
                </a:solidFill>
              </a:defRPr>
            </a:lvl3pPr>
            <a:lvl4pPr>
              <a:defRPr sz="1875" b="0">
                <a:solidFill>
                  <a:srgbClr val="E7F3FA"/>
                </a:solidFill>
              </a:defRPr>
            </a:lvl4pPr>
            <a:lvl5pPr>
              <a:defRPr sz="1875" b="0">
                <a:solidFill>
                  <a:srgbClr val="E7F3FA"/>
                </a:solidFill>
              </a:defRPr>
            </a:lvl5pPr>
            <a:lvl6pPr>
              <a:defRPr sz="1875" b="0">
                <a:solidFill>
                  <a:srgbClr val="E7F3FA"/>
                </a:solidFill>
              </a:defRPr>
            </a:lvl6pPr>
            <a:lvl7pPr>
              <a:defRPr sz="1875" b="0">
                <a:solidFill>
                  <a:srgbClr val="E7F3FA"/>
                </a:solidFill>
              </a:defRPr>
            </a:lvl7pPr>
            <a:lvl8pPr>
              <a:defRPr sz="1875" b="0">
                <a:solidFill>
                  <a:srgbClr val="E7F3FA"/>
                </a:solidFill>
              </a:defRPr>
            </a:lvl8pPr>
            <a:lvl9pPr>
              <a:defRPr sz="1875" b="0">
                <a:solidFill>
                  <a:srgbClr val="E7F3F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7F3FA"/>
                </a:solidFill>
              </a:defRPr>
            </a:pPr>
            <a:r>
              <a:rPr sz="1875" b="0">
                <a:solidFill>
                  <a:srgbClr val="E7F3FA"/>
                </a:solidFill>
              </a:rPr>
              <a:t>P1</a:t>
            </a:r>
          </a:p>
          <a:p xmlns:a="http://schemas.openxmlformats.org/drawingml/2006/main">
            <a:pPr>
              <a:defRPr sz="1875" b="0">
                <a:solidFill>
                  <a:srgbClr val="E7F3FA"/>
                </a:solidFill>
              </a:defRPr>
            </a:pPr>
            <a:r>
              <a:rPr sz="1875" b="0">
                <a:solidFill>
                  <a:srgbClr val="E7F3FA"/>
                </a:solidFill>
              </a:rPr>
              <a:t>8 8</a:t>
            </a:r>
          </a:p>
          <a:p xmlns:a="http://schemas.openxmlformats.org/drawingml/2006/main">
            <a:pPr>
              <a:defRPr sz="1875" b="0">
                <a:solidFill>
                  <a:srgbClr val="E7F3FA"/>
                </a:solidFill>
              </a:defRPr>
            </a:pPr>
            <a:r>
              <a:rPr sz="1875" b="0">
                <a:solidFill>
                  <a:srgbClr val="E7F3FA"/>
                </a:solidFill>
              </a:rPr>
              <a:t>0 1 0 0 0 0 0 0</a:t>
            </a:r>
          </a:p>
          <a:p xmlns:a="http://schemas.openxmlformats.org/drawingml/2006/main">
            <a:pPr>
              <a:defRPr sz="1875" b="0">
                <a:solidFill>
                  <a:srgbClr val="E7F3FA"/>
                </a:solidFill>
              </a:defRPr>
            </a:pPr>
            <a:r>
              <a:rPr sz="1875" b="0">
                <a:solidFill>
                  <a:srgbClr val="E7F3FA"/>
                </a:solidFill>
              </a:rPr>
              <a:t>0 1 0 0 0 0 0 0</a:t>
            </a:r>
          </a:p>
          <a:p xmlns:a="http://schemas.openxmlformats.org/drawingml/2006/main">
            <a:pPr>
              <a:defRPr sz="1875" b="0">
                <a:solidFill>
                  <a:srgbClr val="E7F3FA"/>
                </a:solidFill>
              </a:defRPr>
            </a:pPr>
            <a:r>
              <a:rPr sz="1875" b="0">
                <a:solidFill>
                  <a:srgbClr val="E7F3FA"/>
                </a:solidFill>
              </a:rPr>
              <a:t>0 1 1 1 1 1 1 0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93C54-FAFE-49EC-A17C-25ECE1DC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76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52657D"/>
                </a:solidFill>
              </a:defRPr>
            </a:defPPr>
            <a:lvl1pPr>
              <a:defRPr sz="1725" b="1">
                <a:solidFill>
                  <a:srgbClr val="52657D"/>
                </a:solidFill>
              </a:defRPr>
            </a:lvl1pPr>
            <a:lvl2pPr>
              <a:defRPr sz="1725" b="1">
                <a:solidFill>
                  <a:srgbClr val="52657D"/>
                </a:solidFill>
              </a:defRPr>
            </a:lvl2pPr>
            <a:lvl3pPr>
              <a:defRPr sz="1725" b="1">
                <a:solidFill>
                  <a:srgbClr val="52657D"/>
                </a:solidFill>
              </a:defRPr>
            </a:lvl3pPr>
            <a:lvl4pPr>
              <a:defRPr sz="1725" b="1">
                <a:solidFill>
                  <a:srgbClr val="52657D"/>
                </a:solidFill>
              </a:defRPr>
            </a:lvl4pPr>
            <a:lvl5pPr>
              <a:defRPr sz="1725" b="1">
                <a:solidFill>
                  <a:srgbClr val="52657D"/>
                </a:solidFill>
              </a:defRPr>
            </a:lvl5pPr>
            <a:lvl6pPr>
              <a:defRPr sz="1725" b="1">
                <a:solidFill>
                  <a:srgbClr val="52657D"/>
                </a:solidFill>
              </a:defRPr>
            </a:lvl6pPr>
            <a:lvl7pPr>
              <a:defRPr sz="1725" b="1">
                <a:solidFill>
                  <a:srgbClr val="52657D"/>
                </a:solidFill>
              </a:defRPr>
            </a:lvl7pPr>
            <a:lvl8pPr>
              <a:defRPr sz="1725" b="1">
                <a:solidFill>
                  <a:srgbClr val="52657D"/>
                </a:solidFill>
              </a:defRPr>
            </a:lvl8pPr>
            <a:lvl9pPr>
              <a:defRPr sz="1725" b="1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52657D"/>
                </a:solidFill>
              </a:defRPr>
            </a:pPr>
            <a:r>
              <a:rPr sz="1725" b="1">
                <a:solidFill>
                  <a:srgbClr val="52657D"/>
                </a:solidFill>
              </a:rPr>
              <a:t>0 = pixel bianco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54609-C9DB-4B87-876A-922EF107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768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02A43"/>
                </a:solidFill>
              </a:defRPr>
            </a:defPPr>
            <a:lvl1pPr>
              <a:defRPr sz="1725" b="1">
                <a:solidFill>
                  <a:srgbClr val="102A43"/>
                </a:solidFill>
              </a:defRPr>
            </a:lvl1pPr>
            <a:lvl2pPr>
              <a:defRPr sz="1725" b="1">
                <a:solidFill>
                  <a:srgbClr val="102A43"/>
                </a:solidFill>
              </a:defRPr>
            </a:lvl2pPr>
            <a:lvl3pPr>
              <a:defRPr sz="1725" b="1">
                <a:solidFill>
                  <a:srgbClr val="102A43"/>
                </a:solidFill>
              </a:defRPr>
            </a:lvl3pPr>
            <a:lvl4pPr>
              <a:defRPr sz="1725" b="1">
                <a:solidFill>
                  <a:srgbClr val="102A43"/>
                </a:solidFill>
              </a:defRPr>
            </a:lvl4pPr>
            <a:lvl5pPr>
              <a:defRPr sz="1725" b="1">
                <a:solidFill>
                  <a:srgbClr val="102A43"/>
                </a:solidFill>
              </a:defRPr>
            </a:lvl5pPr>
            <a:lvl6pPr>
              <a:defRPr sz="1725" b="1">
                <a:solidFill>
                  <a:srgbClr val="102A43"/>
                </a:solidFill>
              </a:defRPr>
            </a:lvl6pPr>
            <a:lvl7pPr>
              <a:defRPr sz="1725" b="1">
                <a:solidFill>
                  <a:srgbClr val="102A43"/>
                </a:solidFill>
              </a:defRPr>
            </a:lvl7pPr>
            <a:lvl8pPr>
              <a:defRPr sz="1725" b="1">
                <a:solidFill>
                  <a:srgbClr val="102A43"/>
                </a:solidFill>
              </a:defRPr>
            </a:lvl8pPr>
            <a:lvl9pPr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1 = pixel nero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E98F6-6A6B-4E3D-8687-86893D2E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2925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769AA"/>
                </a:solidFill>
              </a:defRPr>
            </a:defPPr>
            <a:lvl1pPr>
              <a:defRPr sz="1650" b="1">
                <a:solidFill>
                  <a:srgbClr val="1769AA"/>
                </a:solidFill>
              </a:defRPr>
            </a:lvl1pPr>
            <a:lvl2pPr>
              <a:defRPr sz="1650" b="1">
                <a:solidFill>
                  <a:srgbClr val="1769AA"/>
                </a:solidFill>
              </a:defRPr>
            </a:lvl2pPr>
            <a:lvl3pPr>
              <a:defRPr sz="1650" b="1">
                <a:solidFill>
                  <a:srgbClr val="1769AA"/>
                </a:solidFill>
              </a:defRPr>
            </a:lvl3pPr>
            <a:lvl4pPr>
              <a:defRPr sz="1650" b="1">
                <a:solidFill>
                  <a:srgbClr val="1769AA"/>
                </a:solidFill>
              </a:defRPr>
            </a:lvl4pPr>
            <a:lvl5pPr>
              <a:defRPr sz="1650" b="1">
                <a:solidFill>
                  <a:srgbClr val="1769AA"/>
                </a:solidFill>
              </a:defRPr>
            </a:lvl5pPr>
            <a:lvl6pPr>
              <a:defRPr sz="1650" b="1">
                <a:solidFill>
                  <a:srgbClr val="1769AA"/>
                </a:solidFill>
              </a:defRPr>
            </a:lvl6pPr>
            <a:lvl7pPr>
              <a:defRPr sz="1650" b="1">
                <a:solidFill>
                  <a:srgbClr val="1769AA"/>
                </a:solidFill>
              </a:defRPr>
            </a:lvl7pPr>
            <a:lvl8pPr>
              <a:defRPr sz="1650" b="1">
                <a:solidFill>
                  <a:srgbClr val="1769AA"/>
                </a:solidFill>
              </a:defRPr>
            </a:lvl8pPr>
            <a:lvl9pPr>
              <a:defRPr sz="1650" b="1">
                <a:solidFill>
                  <a:srgbClr val="1769AA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Cambiare un valore modifica un punto dell’immagine.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4C0FB-315B-4F18-A3C1-707A49D8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57D"/>
                </a:solidFill>
              </a:defRPr>
            </a:defPPr>
            <a:lvl1pPr>
              <a:defRPr sz="900" b="0">
                <a:solidFill>
                  <a:srgbClr val="52657D"/>
                </a:solidFill>
              </a:defRPr>
            </a:lvl1pPr>
            <a:lvl2pPr>
              <a:defRPr sz="900" b="0">
                <a:solidFill>
                  <a:srgbClr val="52657D"/>
                </a:solidFill>
              </a:defRPr>
            </a:lvl2pPr>
            <a:lvl3pPr>
              <a:defRPr sz="900" b="0">
                <a:solidFill>
                  <a:srgbClr val="52657D"/>
                </a:solidFill>
              </a:defRPr>
            </a:lvl3pPr>
            <a:lvl4pPr>
              <a:defRPr sz="900" b="0">
                <a:solidFill>
                  <a:srgbClr val="52657D"/>
                </a:solidFill>
              </a:defRPr>
            </a:lvl4pPr>
            <a:lvl5pPr>
              <a:defRPr sz="900" b="0">
                <a:solidFill>
                  <a:srgbClr val="52657D"/>
                </a:solidFill>
              </a:defRPr>
            </a:lvl5pPr>
            <a:lvl6pPr>
              <a:defRPr sz="900" b="0">
                <a:solidFill>
                  <a:srgbClr val="52657D"/>
                </a:solidFill>
              </a:defRPr>
            </a:lvl6pPr>
            <a:lvl7pPr>
              <a:defRPr sz="900" b="0">
                <a:solidFill>
                  <a:srgbClr val="52657D"/>
                </a:solidFill>
              </a:defRPr>
            </a:lvl7pPr>
            <a:lvl8pPr>
              <a:defRPr sz="900" b="0">
                <a:solidFill>
                  <a:srgbClr val="52657D"/>
                </a:solidFill>
              </a:defRPr>
            </a:lvl8pPr>
            <a:lvl9pPr>
              <a:defRPr sz="900" b="0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2657D"/>
                </a:solidFill>
              </a:defRPr>
            </a:pPr>
            <a:r>
              <a:rPr sz="900" b="0">
                <a:solidFill>
                  <a:srgbClr val="52657D"/>
                </a:solidFill>
              </a:rPr>
              <a:t>1GIA  Codifica delle immagini raster</a:t>
            </a:r>
          </a:p>
        </p:txBody>
      </p:sp>
    </p:spTree>
    <p:extLst>
      <p:ext uri="{BB962C8B-B14F-4D97-AF65-F5344CB8AC3E}">
        <p14:creationId xmlns:p14="http://schemas.microsoft.com/office/powerpoint/2010/main" val="8132009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227B0-F90F-4D62-81E4-31C1CCC9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02A43"/>
                </a:solidFill>
              </a:defRPr>
            </a:defPPr>
            <a:lvl1pPr>
              <a:defRPr sz="2700" b="1">
                <a:solidFill>
                  <a:srgbClr val="102A43"/>
                </a:solidFill>
              </a:defRPr>
            </a:lvl1pPr>
            <a:lvl2pPr>
              <a:defRPr sz="2700" b="1">
                <a:solidFill>
                  <a:srgbClr val="102A43"/>
                </a:solidFill>
              </a:defRPr>
            </a:lvl2pPr>
            <a:lvl3pPr>
              <a:defRPr sz="2700" b="1">
                <a:solidFill>
                  <a:srgbClr val="102A43"/>
                </a:solidFill>
              </a:defRPr>
            </a:lvl3pPr>
            <a:lvl4pPr>
              <a:defRPr sz="2700" b="1">
                <a:solidFill>
                  <a:srgbClr val="102A43"/>
                </a:solidFill>
              </a:defRPr>
            </a:lvl4pPr>
            <a:lvl5pPr>
              <a:defRPr sz="2700" b="1">
                <a:solidFill>
                  <a:srgbClr val="102A43"/>
                </a:solidFill>
              </a:defRPr>
            </a:lvl5pPr>
            <a:lvl6pPr>
              <a:defRPr sz="2700" b="1">
                <a:solidFill>
                  <a:srgbClr val="102A43"/>
                </a:solidFill>
              </a:defRPr>
            </a:lvl6pPr>
            <a:lvl7pPr>
              <a:defRPr sz="2700" b="1">
                <a:solidFill>
                  <a:srgbClr val="102A43"/>
                </a:solidFill>
              </a:defRPr>
            </a:lvl7pPr>
            <a:lvl8pPr>
              <a:defRPr sz="2700" b="1">
                <a:solidFill>
                  <a:srgbClr val="102A43"/>
                </a:solidFill>
              </a:defRPr>
            </a:lvl8pPr>
            <a:lvl9pPr>
              <a:defRPr sz="27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Ogni pixel a colori contiene più informazioni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1123E-A1BC-4988-946B-4B9231DD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769AA"/>
                </a:solidFill>
              </a:defRPr>
            </a:defPPr>
            <a:lvl1pPr>
              <a:defRPr sz="1275" b="1">
                <a:solidFill>
                  <a:srgbClr val="1769AA"/>
                </a:solidFill>
              </a:defRPr>
            </a:lvl1pPr>
            <a:lvl2pPr>
              <a:defRPr sz="1275" b="1">
                <a:solidFill>
                  <a:srgbClr val="1769AA"/>
                </a:solidFill>
              </a:defRPr>
            </a:lvl2pPr>
            <a:lvl3pPr>
              <a:defRPr sz="1275" b="1">
                <a:solidFill>
                  <a:srgbClr val="1769AA"/>
                </a:solidFill>
              </a:defRPr>
            </a:lvl3pPr>
            <a:lvl4pPr>
              <a:defRPr sz="1275" b="1">
                <a:solidFill>
                  <a:srgbClr val="1769AA"/>
                </a:solidFill>
              </a:defRPr>
            </a:lvl4pPr>
            <a:lvl5pPr>
              <a:defRPr sz="1275" b="1">
                <a:solidFill>
                  <a:srgbClr val="1769AA"/>
                </a:solidFill>
              </a:defRPr>
            </a:lvl5pPr>
            <a:lvl6pPr>
              <a:defRPr sz="1275" b="1">
                <a:solidFill>
                  <a:srgbClr val="1769AA"/>
                </a:solidFill>
              </a:defRPr>
            </a:lvl6pPr>
            <a:lvl7pPr>
              <a:defRPr sz="1275" b="1">
                <a:solidFill>
                  <a:srgbClr val="1769AA"/>
                </a:solidFill>
              </a:defRPr>
            </a:lvl7pPr>
            <a:lvl8pPr>
              <a:defRPr sz="1275" b="1">
                <a:solidFill>
                  <a:srgbClr val="1769AA"/>
                </a:solidFill>
              </a:defRPr>
            </a:lvl8pPr>
            <a:lvl9pPr>
              <a:defRPr sz="1275" b="1">
                <a:solidFill>
                  <a:srgbClr val="1769AA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13591-D9A1-42DF-82D2-3B06CA8D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3FB03-76AC-4ADF-B2DF-D880363D2B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a78953d594d61"/>
          <a:stretch xmlns:a="http://schemas.openxmlformats.org/drawingml/2006/main"/>
        </p:blipFill>
        <p:spPr>
          <a:xfrm xmlns:a="http://schemas.openxmlformats.org/drawingml/2006/main">
            <a:off x="2466975" y="1571625"/>
            <a:ext cx="7239000" cy="1809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E281F-F099-41E1-8593-F439808D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712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769AA"/>
                </a:solidFill>
              </a:defRPr>
            </a:defPPr>
            <a:lvl1pPr>
              <a:defRPr sz="2250" b="1">
                <a:solidFill>
                  <a:srgbClr val="1769AA"/>
                </a:solidFill>
              </a:defRPr>
            </a:lvl1pPr>
            <a:lvl2pPr>
              <a:defRPr sz="2250" b="1">
                <a:solidFill>
                  <a:srgbClr val="1769AA"/>
                </a:solidFill>
              </a:defRPr>
            </a:lvl2pPr>
            <a:lvl3pPr>
              <a:defRPr sz="2250" b="1">
                <a:solidFill>
                  <a:srgbClr val="1769AA"/>
                </a:solidFill>
              </a:defRPr>
            </a:lvl3pPr>
            <a:lvl4pPr>
              <a:defRPr sz="2250" b="1">
                <a:solidFill>
                  <a:srgbClr val="1769AA"/>
                </a:solidFill>
              </a:defRPr>
            </a:lvl4pPr>
            <a:lvl5pPr>
              <a:defRPr sz="2250" b="1">
                <a:solidFill>
                  <a:srgbClr val="1769AA"/>
                </a:solidFill>
              </a:defRPr>
            </a:lvl5pPr>
            <a:lvl6pPr>
              <a:defRPr sz="2250" b="1">
                <a:solidFill>
                  <a:srgbClr val="1769AA"/>
                </a:solidFill>
              </a:defRPr>
            </a:lvl6pPr>
            <a:lvl7pPr>
              <a:defRPr sz="2250" b="1">
                <a:solidFill>
                  <a:srgbClr val="1769AA"/>
                </a:solidFill>
              </a:defRPr>
            </a:lvl7pPr>
            <a:lvl8pPr>
              <a:defRPr sz="2250" b="1">
                <a:solidFill>
                  <a:srgbClr val="1769AA"/>
                </a:solidFill>
              </a:defRPr>
            </a:lvl8pPr>
            <a:lvl9pPr>
              <a:defRPr sz="2250" b="1">
                <a:solidFill>
                  <a:srgbClr val="1769AA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69AA"/>
                </a:solidFill>
              </a:defRPr>
            </a:pPr>
            <a:r>
              <a:rPr sz="2250" b="1">
                <a:solidFill>
                  <a:srgbClr val="1769AA"/>
                </a:solidFill>
              </a:rPr>
              <a:t>RGB usa tre valori per ogni pixel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734E5-F99D-4360-855C-4E920630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4191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2033"/>
                </a:solidFill>
              </a:defRPr>
            </a:defPPr>
            <a:lvl1pPr>
              <a:defRPr sz="1725" b="0">
                <a:solidFill>
                  <a:srgbClr val="172033"/>
                </a:solidFill>
              </a:defRPr>
            </a:lvl1pPr>
            <a:lvl2pPr>
              <a:defRPr sz="1725" b="0">
                <a:solidFill>
                  <a:srgbClr val="172033"/>
                </a:solidFill>
              </a:defRPr>
            </a:lvl2pPr>
            <a:lvl3pPr>
              <a:defRPr sz="1725" b="0">
                <a:solidFill>
                  <a:srgbClr val="172033"/>
                </a:solidFill>
              </a:defRPr>
            </a:lvl3pPr>
            <a:lvl4pPr>
              <a:defRPr sz="1725" b="0">
                <a:solidFill>
                  <a:srgbClr val="172033"/>
                </a:solidFill>
              </a:defRPr>
            </a:lvl4pPr>
            <a:lvl5pPr>
              <a:defRPr sz="1725" b="0">
                <a:solidFill>
                  <a:srgbClr val="172033"/>
                </a:solidFill>
              </a:defRPr>
            </a:lvl5pPr>
            <a:lvl6pPr>
              <a:defRPr sz="1725" b="0">
                <a:solidFill>
                  <a:srgbClr val="172033"/>
                </a:solidFill>
              </a:defRPr>
            </a:lvl6pPr>
            <a:lvl7pPr>
              <a:defRPr sz="1725" b="0">
                <a:solidFill>
                  <a:srgbClr val="172033"/>
                </a:solidFill>
              </a:defRPr>
            </a:lvl7pPr>
            <a:lvl8pPr>
              <a:defRPr sz="1725" b="0">
                <a:solidFill>
                  <a:srgbClr val="172033"/>
                </a:solidFill>
              </a:defRPr>
            </a:lvl8pPr>
            <a:lvl9pPr>
              <a:defRPr sz="1725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Rosso      (255, 0, 0)</a:t>
            </a:r>
          </a:p>
          <a:p xmlns:a="http://schemas.openxmlformats.org/drawingml/2006/main"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Verde      (0, 255, 0)</a:t>
            </a:r>
          </a:p>
          <a:p xmlns:a="http://schemas.openxmlformats.org/drawingml/2006/main">
            <a:pPr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Blu          (0, 0, 255)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C2506-8401-4E7F-B275-2602AB61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67150"/>
            <a:ext cx="4572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B9697-A6F2-4D33-833F-F430EECB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38600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8 bit per il rosso</a:t>
            </a:r>
          </a:p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8 bit per il verde</a:t>
            </a:r>
          </a:p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8 bit per il blu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Totale: 24 bit per pixel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9DA11-8C5F-41DD-9890-EEA6812A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57D"/>
                </a:solidFill>
              </a:defRPr>
            </a:defPPr>
            <a:lvl1pPr>
              <a:defRPr sz="900" b="0">
                <a:solidFill>
                  <a:srgbClr val="52657D"/>
                </a:solidFill>
              </a:defRPr>
            </a:lvl1pPr>
            <a:lvl2pPr>
              <a:defRPr sz="900" b="0">
                <a:solidFill>
                  <a:srgbClr val="52657D"/>
                </a:solidFill>
              </a:defRPr>
            </a:lvl2pPr>
            <a:lvl3pPr>
              <a:defRPr sz="900" b="0">
                <a:solidFill>
                  <a:srgbClr val="52657D"/>
                </a:solidFill>
              </a:defRPr>
            </a:lvl3pPr>
            <a:lvl4pPr>
              <a:defRPr sz="900" b="0">
                <a:solidFill>
                  <a:srgbClr val="52657D"/>
                </a:solidFill>
              </a:defRPr>
            </a:lvl4pPr>
            <a:lvl5pPr>
              <a:defRPr sz="900" b="0">
                <a:solidFill>
                  <a:srgbClr val="52657D"/>
                </a:solidFill>
              </a:defRPr>
            </a:lvl5pPr>
            <a:lvl6pPr>
              <a:defRPr sz="900" b="0">
                <a:solidFill>
                  <a:srgbClr val="52657D"/>
                </a:solidFill>
              </a:defRPr>
            </a:lvl6pPr>
            <a:lvl7pPr>
              <a:defRPr sz="900" b="0">
                <a:solidFill>
                  <a:srgbClr val="52657D"/>
                </a:solidFill>
              </a:defRPr>
            </a:lvl7pPr>
            <a:lvl8pPr>
              <a:defRPr sz="900" b="0">
                <a:solidFill>
                  <a:srgbClr val="52657D"/>
                </a:solidFill>
              </a:defRPr>
            </a:lvl8pPr>
            <a:lvl9pPr>
              <a:defRPr sz="900" b="0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2657D"/>
                </a:solidFill>
              </a:defRPr>
            </a:pPr>
            <a:r>
              <a:rPr sz="900" b="0">
                <a:solidFill>
                  <a:srgbClr val="52657D"/>
                </a:solidFill>
              </a:rPr>
              <a:t>1GIA  Codifica delle immagini raster</a:t>
            </a:r>
          </a:p>
        </p:txBody>
      </p:sp>
    </p:spTree>
    <p:extLst>
      <p:ext uri="{BB962C8B-B14F-4D97-AF65-F5344CB8AC3E}">
        <p14:creationId xmlns:p14="http://schemas.microsoft.com/office/powerpoint/2010/main" val="2756510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FFA99-CFBE-4A1C-9B8A-8FA986D1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02A43"/>
                </a:solidFill>
              </a:defRPr>
            </a:defPPr>
            <a:lvl1pPr>
              <a:defRPr sz="2700" b="1">
                <a:solidFill>
                  <a:srgbClr val="102A43"/>
                </a:solidFill>
              </a:defRPr>
            </a:lvl1pPr>
            <a:lvl2pPr>
              <a:defRPr sz="2700" b="1">
                <a:solidFill>
                  <a:srgbClr val="102A43"/>
                </a:solidFill>
              </a:defRPr>
            </a:lvl2pPr>
            <a:lvl3pPr>
              <a:defRPr sz="2700" b="1">
                <a:solidFill>
                  <a:srgbClr val="102A43"/>
                </a:solidFill>
              </a:defRPr>
            </a:lvl3pPr>
            <a:lvl4pPr>
              <a:defRPr sz="2700" b="1">
                <a:solidFill>
                  <a:srgbClr val="102A43"/>
                </a:solidFill>
              </a:defRPr>
            </a:lvl4pPr>
            <a:lvl5pPr>
              <a:defRPr sz="2700" b="1">
                <a:solidFill>
                  <a:srgbClr val="102A43"/>
                </a:solidFill>
              </a:defRPr>
            </a:lvl5pPr>
            <a:lvl6pPr>
              <a:defRPr sz="2700" b="1">
                <a:solidFill>
                  <a:srgbClr val="102A43"/>
                </a:solidFill>
              </a:defRPr>
            </a:lvl6pPr>
            <a:lvl7pPr>
              <a:defRPr sz="2700" b="1">
                <a:solidFill>
                  <a:srgbClr val="102A43"/>
                </a:solidFill>
              </a:defRPr>
            </a:lvl7pPr>
            <a:lvl8pPr>
              <a:defRPr sz="2700" b="1">
                <a:solidFill>
                  <a:srgbClr val="102A43"/>
                </a:solidFill>
              </a:defRPr>
            </a:lvl8pPr>
            <a:lvl9pPr>
              <a:defRPr sz="27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Il formato PPM rende visibile la codifica RGB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AB7BB-9BFF-4350-9510-292CB94E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769AA"/>
                </a:solidFill>
              </a:defRPr>
            </a:defPPr>
            <a:lvl1pPr>
              <a:defRPr sz="1275" b="1">
                <a:solidFill>
                  <a:srgbClr val="1769AA"/>
                </a:solidFill>
              </a:defRPr>
            </a:lvl1pPr>
            <a:lvl2pPr>
              <a:defRPr sz="1275" b="1">
                <a:solidFill>
                  <a:srgbClr val="1769AA"/>
                </a:solidFill>
              </a:defRPr>
            </a:lvl2pPr>
            <a:lvl3pPr>
              <a:defRPr sz="1275" b="1">
                <a:solidFill>
                  <a:srgbClr val="1769AA"/>
                </a:solidFill>
              </a:defRPr>
            </a:lvl3pPr>
            <a:lvl4pPr>
              <a:defRPr sz="1275" b="1">
                <a:solidFill>
                  <a:srgbClr val="1769AA"/>
                </a:solidFill>
              </a:defRPr>
            </a:lvl4pPr>
            <a:lvl5pPr>
              <a:defRPr sz="1275" b="1">
                <a:solidFill>
                  <a:srgbClr val="1769AA"/>
                </a:solidFill>
              </a:defRPr>
            </a:lvl5pPr>
            <a:lvl6pPr>
              <a:defRPr sz="1275" b="1">
                <a:solidFill>
                  <a:srgbClr val="1769AA"/>
                </a:solidFill>
              </a:defRPr>
            </a:lvl6pPr>
            <a:lvl7pPr>
              <a:defRPr sz="1275" b="1">
                <a:solidFill>
                  <a:srgbClr val="1769AA"/>
                </a:solidFill>
              </a:defRPr>
            </a:lvl7pPr>
            <a:lvl8pPr>
              <a:defRPr sz="1275" b="1">
                <a:solidFill>
                  <a:srgbClr val="1769AA"/>
                </a:solidFill>
              </a:defRPr>
            </a:lvl8pPr>
            <a:lvl9pPr>
              <a:defRPr sz="1275" b="1">
                <a:solidFill>
                  <a:srgbClr val="1769AA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4E8D6-01F9-4076-B189-37A973AA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33A5F-ECE3-4EAA-A02C-E1764E87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1912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B3581-8CC1-4169-BEB9-AA21C667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19250"/>
            <a:ext cx="5572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E7F3FA"/>
                </a:solidFill>
              </a:defRPr>
            </a:defPPr>
            <a:lvl1pPr>
              <a:defRPr sz="1800" b="0">
                <a:solidFill>
                  <a:srgbClr val="E7F3FA"/>
                </a:solidFill>
              </a:defRPr>
            </a:lvl1pPr>
            <a:lvl2pPr>
              <a:defRPr sz="1800" b="0">
                <a:solidFill>
                  <a:srgbClr val="E7F3FA"/>
                </a:solidFill>
              </a:defRPr>
            </a:lvl2pPr>
            <a:lvl3pPr>
              <a:defRPr sz="1800" b="0">
                <a:solidFill>
                  <a:srgbClr val="E7F3FA"/>
                </a:solidFill>
              </a:defRPr>
            </a:lvl3pPr>
            <a:lvl4pPr>
              <a:defRPr sz="1800" b="0">
                <a:solidFill>
                  <a:srgbClr val="E7F3FA"/>
                </a:solidFill>
              </a:defRPr>
            </a:lvl4pPr>
            <a:lvl5pPr>
              <a:defRPr sz="1800" b="0">
                <a:solidFill>
                  <a:srgbClr val="E7F3FA"/>
                </a:solidFill>
              </a:defRPr>
            </a:lvl5pPr>
            <a:lvl6pPr>
              <a:defRPr sz="1800" b="0">
                <a:solidFill>
                  <a:srgbClr val="E7F3FA"/>
                </a:solidFill>
              </a:defRPr>
            </a:lvl6pPr>
            <a:lvl7pPr>
              <a:defRPr sz="1800" b="0">
                <a:solidFill>
                  <a:srgbClr val="E7F3FA"/>
                </a:solidFill>
              </a:defRPr>
            </a:lvl7pPr>
            <a:lvl8pPr>
              <a:defRPr sz="1800" b="0">
                <a:solidFill>
                  <a:srgbClr val="E7F3FA"/>
                </a:solidFill>
              </a:defRPr>
            </a:lvl8pPr>
            <a:lvl9pPr>
              <a:defRPr sz="1800" b="0">
                <a:solidFill>
                  <a:srgbClr val="E7F3F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7F3FA"/>
                </a:solidFill>
              </a:defRPr>
            </a:pPr>
            <a:r>
              <a:rPr sz="1800" b="0">
                <a:solidFill>
                  <a:srgbClr val="E7F3FA"/>
                </a:solidFill>
              </a:rPr>
              <a:t>P3</a:t>
            </a:r>
          </a:p>
          <a:p xmlns:a="http://schemas.openxmlformats.org/drawingml/2006/main">
            <a:pPr>
              <a:defRPr sz="1800" b="0">
                <a:solidFill>
                  <a:srgbClr val="E7F3FA"/>
                </a:solidFill>
              </a:defRPr>
            </a:pPr>
            <a:r>
              <a:rPr sz="1800" b="0">
                <a:solidFill>
                  <a:srgbClr val="E7F3FA"/>
                </a:solidFill>
              </a:rPr>
              <a:t># Bandiera italiana</a:t>
            </a:r>
          </a:p>
          <a:p xmlns:a="http://schemas.openxmlformats.org/drawingml/2006/main">
            <a:pPr>
              <a:defRPr sz="1800" b="0">
                <a:solidFill>
                  <a:srgbClr val="E7F3FA"/>
                </a:solidFill>
              </a:defRPr>
            </a:pPr>
            <a:r>
              <a:rPr sz="1800" b="0">
                <a:solidFill>
                  <a:srgbClr val="E7F3FA"/>
                </a:solidFill>
              </a:rPr>
              <a:t>12 8</a:t>
            </a:r>
          </a:p>
          <a:p xmlns:a="http://schemas.openxmlformats.org/drawingml/2006/main">
            <a:pPr>
              <a:defRPr sz="1800" b="0">
                <a:solidFill>
                  <a:srgbClr val="E7F3FA"/>
                </a:solidFill>
              </a:defRPr>
            </a:pPr>
            <a:r>
              <a:rPr sz="1800" b="0">
                <a:solidFill>
                  <a:srgbClr val="E7F3FA"/>
                </a:solidFill>
              </a:rPr>
              <a:t>255</a:t>
            </a:r>
          </a:p>
          <a:p xmlns:a="http://schemas.openxmlformats.org/drawingml/2006/main">
            <a:pPr>
              <a:defRPr sz="1800" b="0">
                <a:solidFill>
                  <a:srgbClr val="E7F3FA"/>
                </a:solidFill>
              </a:defRPr>
            </a:pPr>
            <a:r>
              <a:rPr sz="1800" b="0">
                <a:solidFill>
                  <a:srgbClr val="E7F3FA"/>
                </a:solidFill>
              </a:rPr>
              <a:t>0 180 70   0 180 70</a:t>
            </a:r>
          </a:p>
          <a:p xmlns:a="http://schemas.openxmlformats.org/drawingml/2006/main">
            <a:pPr>
              <a:defRPr sz="1800" b="0">
                <a:solidFill>
                  <a:srgbClr val="E7F3FA"/>
                </a:solidFill>
              </a:defRPr>
            </a:pPr>
            <a:r>
              <a:rPr sz="1800" b="0">
                <a:solidFill>
                  <a:srgbClr val="E7F3FA"/>
                </a:solidFill>
              </a:rPr>
              <a:t>255 255 255   255 255 255</a:t>
            </a:r>
          </a:p>
          <a:p xmlns:a="http://schemas.openxmlformats.org/drawingml/2006/main">
            <a:pPr>
              <a:defRPr sz="1800" b="0">
                <a:solidFill>
                  <a:srgbClr val="E7F3FA"/>
                </a:solidFill>
              </a:defRPr>
            </a:pPr>
            <a:r>
              <a:rPr sz="1800" b="0">
                <a:solidFill>
                  <a:srgbClr val="E7F3FA"/>
                </a:solidFill>
              </a:rPr>
              <a:t>205 35 45   205 35 45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537C8-0840-4BB5-81F6-40D61A0BCD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9463187b04881"/>
          <a:stretch xmlns:a="http://schemas.openxmlformats.org/drawingml/2006/main"/>
        </p:blipFill>
        <p:spPr>
          <a:xfrm xmlns:a="http://schemas.openxmlformats.org/drawingml/2006/main">
            <a:off x="7334250" y="1609725"/>
            <a:ext cx="371475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E8A6D-50DB-417B-94B7-328B0613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386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E63946"/>
                </a:solidFill>
              </a:defRPr>
            </a:defPPr>
            <a:lvl1pPr>
              <a:defRPr sz="1650" b="1">
                <a:solidFill>
                  <a:srgbClr val="E63946"/>
                </a:solidFill>
              </a:defRPr>
            </a:lvl1pPr>
            <a:lvl2pPr>
              <a:defRPr sz="1650" b="1">
                <a:solidFill>
                  <a:srgbClr val="E63946"/>
                </a:solidFill>
              </a:defRPr>
            </a:lvl2pPr>
            <a:lvl3pPr>
              <a:defRPr sz="1650" b="1">
                <a:solidFill>
                  <a:srgbClr val="E63946"/>
                </a:solidFill>
              </a:defRPr>
            </a:lvl3pPr>
            <a:lvl4pPr>
              <a:defRPr sz="1650" b="1">
                <a:solidFill>
                  <a:srgbClr val="E63946"/>
                </a:solidFill>
              </a:defRPr>
            </a:lvl4pPr>
            <a:lvl5pPr>
              <a:defRPr sz="1650" b="1">
                <a:solidFill>
                  <a:srgbClr val="E63946"/>
                </a:solidFill>
              </a:defRPr>
            </a:lvl5pPr>
            <a:lvl6pPr>
              <a:defRPr sz="1650" b="1">
                <a:solidFill>
                  <a:srgbClr val="E63946"/>
                </a:solidFill>
              </a:defRPr>
            </a:lvl6pPr>
            <a:lvl7pPr>
              <a:defRPr sz="1650" b="1">
                <a:solidFill>
                  <a:srgbClr val="E63946"/>
                </a:solidFill>
              </a:defRPr>
            </a:lvl7pPr>
            <a:lvl8pPr>
              <a:defRPr sz="1650" b="1">
                <a:solidFill>
                  <a:srgbClr val="E63946"/>
                </a:solidFill>
              </a:defRPr>
            </a:lvl8pPr>
            <a:lvl9pPr>
              <a:defRPr sz="1650" b="1">
                <a:solidFill>
                  <a:srgbClr val="E63946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3946"/>
                </a:solidFill>
              </a:defRPr>
            </a:pPr>
            <a:r>
              <a:rPr sz="1650" b="1">
                <a:solidFill>
                  <a:srgbClr val="E63946"/>
                </a:solidFill>
              </a:rPr>
              <a:t>P3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DBABA-B0B8-41F5-A8E1-F77477A9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2033"/>
                </a:solidFill>
              </a:defRPr>
            </a:defPPr>
            <a:lvl1pPr>
              <a:defRPr sz="1500" b="0">
                <a:solidFill>
                  <a:srgbClr val="172033"/>
                </a:solidFill>
              </a:defRPr>
            </a:lvl1pPr>
            <a:lvl2pPr>
              <a:defRPr sz="1500" b="0">
                <a:solidFill>
                  <a:srgbClr val="172033"/>
                </a:solidFill>
              </a:defRPr>
            </a:lvl2pPr>
            <a:lvl3pPr>
              <a:defRPr sz="1500" b="0">
                <a:solidFill>
                  <a:srgbClr val="172033"/>
                </a:solidFill>
              </a:defRPr>
            </a:lvl3pPr>
            <a:lvl4pPr>
              <a:defRPr sz="1500" b="0">
                <a:solidFill>
                  <a:srgbClr val="172033"/>
                </a:solidFill>
              </a:defRPr>
            </a:lvl4pPr>
            <a:lvl5pPr>
              <a:defRPr sz="1500" b="0">
                <a:solidFill>
                  <a:srgbClr val="172033"/>
                </a:solidFill>
              </a:defRPr>
            </a:lvl5pPr>
            <a:lvl6pPr>
              <a:defRPr sz="1500" b="0">
                <a:solidFill>
                  <a:srgbClr val="172033"/>
                </a:solidFill>
              </a:defRPr>
            </a:lvl6pPr>
            <a:lvl7pPr>
              <a:defRPr sz="1500" b="0">
                <a:solidFill>
                  <a:srgbClr val="172033"/>
                </a:solidFill>
              </a:defRPr>
            </a:lvl7pPr>
            <a:lvl8pPr>
              <a:defRPr sz="1500" b="0">
                <a:solidFill>
                  <a:srgbClr val="172033"/>
                </a:solidFill>
              </a:defRPr>
            </a:lvl8pPr>
            <a:lvl9pPr>
              <a:defRPr sz="15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formato testuale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18326-ACA9-448B-B2E6-0E8B4136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577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E63946"/>
                </a:solidFill>
              </a:defRPr>
            </a:defPPr>
            <a:lvl1pPr>
              <a:defRPr sz="1650" b="1">
                <a:solidFill>
                  <a:srgbClr val="E63946"/>
                </a:solidFill>
              </a:defRPr>
            </a:lvl1pPr>
            <a:lvl2pPr>
              <a:defRPr sz="1650" b="1">
                <a:solidFill>
                  <a:srgbClr val="E63946"/>
                </a:solidFill>
              </a:defRPr>
            </a:lvl2pPr>
            <a:lvl3pPr>
              <a:defRPr sz="1650" b="1">
                <a:solidFill>
                  <a:srgbClr val="E63946"/>
                </a:solidFill>
              </a:defRPr>
            </a:lvl3pPr>
            <a:lvl4pPr>
              <a:defRPr sz="1650" b="1">
                <a:solidFill>
                  <a:srgbClr val="E63946"/>
                </a:solidFill>
              </a:defRPr>
            </a:lvl4pPr>
            <a:lvl5pPr>
              <a:defRPr sz="1650" b="1">
                <a:solidFill>
                  <a:srgbClr val="E63946"/>
                </a:solidFill>
              </a:defRPr>
            </a:lvl5pPr>
            <a:lvl6pPr>
              <a:defRPr sz="1650" b="1">
                <a:solidFill>
                  <a:srgbClr val="E63946"/>
                </a:solidFill>
              </a:defRPr>
            </a:lvl6pPr>
            <a:lvl7pPr>
              <a:defRPr sz="1650" b="1">
                <a:solidFill>
                  <a:srgbClr val="E63946"/>
                </a:solidFill>
              </a:defRPr>
            </a:lvl7pPr>
            <a:lvl8pPr>
              <a:defRPr sz="1650" b="1">
                <a:solidFill>
                  <a:srgbClr val="E63946"/>
                </a:solidFill>
              </a:defRPr>
            </a:lvl8pPr>
            <a:lvl9pPr>
              <a:defRPr sz="1650" b="1">
                <a:solidFill>
                  <a:srgbClr val="E63946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3946"/>
                </a:solidFill>
              </a:defRPr>
            </a:pPr>
            <a:r>
              <a:rPr sz="1650" b="1">
                <a:solidFill>
                  <a:srgbClr val="E63946"/>
                </a:solidFill>
              </a:rPr>
              <a:t>12 8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55678-8250-4D8E-8509-A2F2C318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577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2033"/>
                </a:solidFill>
              </a:defRPr>
            </a:defPPr>
            <a:lvl1pPr>
              <a:defRPr sz="1500" b="0">
                <a:solidFill>
                  <a:srgbClr val="172033"/>
                </a:solidFill>
              </a:defRPr>
            </a:lvl1pPr>
            <a:lvl2pPr>
              <a:defRPr sz="1500" b="0">
                <a:solidFill>
                  <a:srgbClr val="172033"/>
                </a:solidFill>
              </a:defRPr>
            </a:lvl2pPr>
            <a:lvl3pPr>
              <a:defRPr sz="1500" b="0">
                <a:solidFill>
                  <a:srgbClr val="172033"/>
                </a:solidFill>
              </a:defRPr>
            </a:lvl3pPr>
            <a:lvl4pPr>
              <a:defRPr sz="1500" b="0">
                <a:solidFill>
                  <a:srgbClr val="172033"/>
                </a:solidFill>
              </a:defRPr>
            </a:lvl4pPr>
            <a:lvl5pPr>
              <a:defRPr sz="1500" b="0">
                <a:solidFill>
                  <a:srgbClr val="172033"/>
                </a:solidFill>
              </a:defRPr>
            </a:lvl5pPr>
            <a:lvl6pPr>
              <a:defRPr sz="1500" b="0">
                <a:solidFill>
                  <a:srgbClr val="172033"/>
                </a:solidFill>
              </a:defRPr>
            </a:lvl6pPr>
            <a:lvl7pPr>
              <a:defRPr sz="1500" b="0">
                <a:solidFill>
                  <a:srgbClr val="172033"/>
                </a:solidFill>
              </a:defRPr>
            </a:lvl7pPr>
            <a:lvl8pPr>
              <a:defRPr sz="1500" b="0">
                <a:solidFill>
                  <a:srgbClr val="172033"/>
                </a:solidFill>
              </a:defRPr>
            </a:lvl8pPr>
            <a:lvl9pPr>
              <a:defRPr sz="15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larghezza e altezza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2B007-2FDD-4D39-925A-644A16B1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768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E63946"/>
                </a:solidFill>
              </a:defRPr>
            </a:defPPr>
            <a:lvl1pPr>
              <a:defRPr sz="1650" b="1">
                <a:solidFill>
                  <a:srgbClr val="E63946"/>
                </a:solidFill>
              </a:defRPr>
            </a:lvl1pPr>
            <a:lvl2pPr>
              <a:defRPr sz="1650" b="1">
                <a:solidFill>
                  <a:srgbClr val="E63946"/>
                </a:solidFill>
              </a:defRPr>
            </a:lvl2pPr>
            <a:lvl3pPr>
              <a:defRPr sz="1650" b="1">
                <a:solidFill>
                  <a:srgbClr val="E63946"/>
                </a:solidFill>
              </a:defRPr>
            </a:lvl3pPr>
            <a:lvl4pPr>
              <a:defRPr sz="1650" b="1">
                <a:solidFill>
                  <a:srgbClr val="E63946"/>
                </a:solidFill>
              </a:defRPr>
            </a:lvl4pPr>
            <a:lvl5pPr>
              <a:defRPr sz="1650" b="1">
                <a:solidFill>
                  <a:srgbClr val="E63946"/>
                </a:solidFill>
              </a:defRPr>
            </a:lvl5pPr>
            <a:lvl6pPr>
              <a:defRPr sz="1650" b="1">
                <a:solidFill>
                  <a:srgbClr val="E63946"/>
                </a:solidFill>
              </a:defRPr>
            </a:lvl6pPr>
            <a:lvl7pPr>
              <a:defRPr sz="1650" b="1">
                <a:solidFill>
                  <a:srgbClr val="E63946"/>
                </a:solidFill>
              </a:defRPr>
            </a:lvl7pPr>
            <a:lvl8pPr>
              <a:defRPr sz="1650" b="1">
                <a:solidFill>
                  <a:srgbClr val="E63946"/>
                </a:solidFill>
              </a:defRPr>
            </a:lvl8pPr>
            <a:lvl9pPr>
              <a:defRPr sz="1650" b="1">
                <a:solidFill>
                  <a:srgbClr val="E63946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3946"/>
                </a:solidFill>
              </a:defRPr>
            </a:pPr>
            <a:r>
              <a:rPr sz="1650" b="1">
                <a:solidFill>
                  <a:srgbClr val="E63946"/>
                </a:solidFill>
              </a:rPr>
              <a:t>255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DCC51-7F27-4D4B-B833-052A2250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76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2033"/>
                </a:solidFill>
              </a:defRPr>
            </a:defPPr>
            <a:lvl1pPr>
              <a:defRPr sz="1500" b="0">
                <a:solidFill>
                  <a:srgbClr val="172033"/>
                </a:solidFill>
              </a:defRPr>
            </a:lvl1pPr>
            <a:lvl2pPr>
              <a:defRPr sz="1500" b="0">
                <a:solidFill>
                  <a:srgbClr val="172033"/>
                </a:solidFill>
              </a:defRPr>
            </a:lvl2pPr>
            <a:lvl3pPr>
              <a:defRPr sz="1500" b="0">
                <a:solidFill>
                  <a:srgbClr val="172033"/>
                </a:solidFill>
              </a:defRPr>
            </a:lvl3pPr>
            <a:lvl4pPr>
              <a:defRPr sz="1500" b="0">
                <a:solidFill>
                  <a:srgbClr val="172033"/>
                </a:solidFill>
              </a:defRPr>
            </a:lvl4pPr>
            <a:lvl5pPr>
              <a:defRPr sz="1500" b="0">
                <a:solidFill>
                  <a:srgbClr val="172033"/>
                </a:solidFill>
              </a:defRPr>
            </a:lvl5pPr>
            <a:lvl6pPr>
              <a:defRPr sz="1500" b="0">
                <a:solidFill>
                  <a:srgbClr val="172033"/>
                </a:solidFill>
              </a:defRPr>
            </a:lvl6pPr>
            <a:lvl7pPr>
              <a:defRPr sz="1500" b="0">
                <a:solidFill>
                  <a:srgbClr val="172033"/>
                </a:solidFill>
              </a:defRPr>
            </a:lvl7pPr>
            <a:lvl8pPr>
              <a:defRPr sz="1500" b="0">
                <a:solidFill>
                  <a:srgbClr val="172033"/>
                </a:solidFill>
              </a:defRPr>
            </a:lvl8pPr>
            <a:lvl9pPr>
              <a:defRPr sz="15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valore massimo dei canali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FE642-5A0C-4BCA-9CA8-5300A531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57D"/>
                </a:solidFill>
              </a:defRPr>
            </a:defPPr>
            <a:lvl1pPr>
              <a:defRPr sz="900" b="0">
                <a:solidFill>
                  <a:srgbClr val="52657D"/>
                </a:solidFill>
              </a:defRPr>
            </a:lvl1pPr>
            <a:lvl2pPr>
              <a:defRPr sz="900" b="0">
                <a:solidFill>
                  <a:srgbClr val="52657D"/>
                </a:solidFill>
              </a:defRPr>
            </a:lvl2pPr>
            <a:lvl3pPr>
              <a:defRPr sz="900" b="0">
                <a:solidFill>
                  <a:srgbClr val="52657D"/>
                </a:solidFill>
              </a:defRPr>
            </a:lvl3pPr>
            <a:lvl4pPr>
              <a:defRPr sz="900" b="0">
                <a:solidFill>
                  <a:srgbClr val="52657D"/>
                </a:solidFill>
              </a:defRPr>
            </a:lvl4pPr>
            <a:lvl5pPr>
              <a:defRPr sz="900" b="0">
                <a:solidFill>
                  <a:srgbClr val="52657D"/>
                </a:solidFill>
              </a:defRPr>
            </a:lvl5pPr>
            <a:lvl6pPr>
              <a:defRPr sz="900" b="0">
                <a:solidFill>
                  <a:srgbClr val="52657D"/>
                </a:solidFill>
              </a:defRPr>
            </a:lvl6pPr>
            <a:lvl7pPr>
              <a:defRPr sz="900" b="0">
                <a:solidFill>
                  <a:srgbClr val="52657D"/>
                </a:solidFill>
              </a:defRPr>
            </a:lvl7pPr>
            <a:lvl8pPr>
              <a:defRPr sz="900" b="0">
                <a:solidFill>
                  <a:srgbClr val="52657D"/>
                </a:solidFill>
              </a:defRPr>
            </a:lvl8pPr>
            <a:lvl9pPr>
              <a:defRPr sz="900" b="0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2657D"/>
                </a:solidFill>
              </a:defRPr>
            </a:pPr>
            <a:r>
              <a:rPr sz="900" b="0">
                <a:solidFill>
                  <a:srgbClr val="52657D"/>
                </a:solidFill>
              </a:rPr>
              <a:t>1GIA  Codifica delle immagini raster</a:t>
            </a:r>
          </a:p>
        </p:txBody>
      </p:sp>
    </p:spTree>
    <p:extLst>
      <p:ext uri="{BB962C8B-B14F-4D97-AF65-F5344CB8AC3E}">
        <p14:creationId xmlns:p14="http://schemas.microsoft.com/office/powerpoint/2010/main" val="7405412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3340D-DA10-4DD0-B5CF-C85E8E04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02A43"/>
                </a:solidFill>
              </a:defRPr>
            </a:defPPr>
            <a:lvl1pPr>
              <a:defRPr sz="2700" b="1">
                <a:solidFill>
                  <a:srgbClr val="102A43"/>
                </a:solidFill>
              </a:defRPr>
            </a:lvl1pPr>
            <a:lvl2pPr>
              <a:defRPr sz="2700" b="1">
                <a:solidFill>
                  <a:srgbClr val="102A43"/>
                </a:solidFill>
              </a:defRPr>
            </a:lvl2pPr>
            <a:lvl3pPr>
              <a:defRPr sz="2700" b="1">
                <a:solidFill>
                  <a:srgbClr val="102A43"/>
                </a:solidFill>
              </a:defRPr>
            </a:lvl3pPr>
            <a:lvl4pPr>
              <a:defRPr sz="2700" b="1">
                <a:solidFill>
                  <a:srgbClr val="102A43"/>
                </a:solidFill>
              </a:defRPr>
            </a:lvl4pPr>
            <a:lvl5pPr>
              <a:defRPr sz="2700" b="1">
                <a:solidFill>
                  <a:srgbClr val="102A43"/>
                </a:solidFill>
              </a:defRPr>
            </a:lvl5pPr>
            <a:lvl6pPr>
              <a:defRPr sz="2700" b="1">
                <a:solidFill>
                  <a:srgbClr val="102A43"/>
                </a:solidFill>
              </a:defRPr>
            </a:lvl6pPr>
            <a:lvl7pPr>
              <a:defRPr sz="2700" b="1">
                <a:solidFill>
                  <a:srgbClr val="102A43"/>
                </a:solidFill>
              </a:defRPr>
            </a:lvl7pPr>
            <a:lvl8pPr>
              <a:defRPr sz="2700" b="1">
                <a:solidFill>
                  <a:srgbClr val="102A43"/>
                </a:solidFill>
              </a:defRPr>
            </a:lvl8pPr>
            <a:lvl9pPr>
              <a:defRPr sz="27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Cambiare i numeri cambia l’immagine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3BC1D-4ABE-47A4-80AF-D46AF58A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769AA"/>
                </a:solidFill>
              </a:defRPr>
            </a:defPPr>
            <a:lvl1pPr>
              <a:defRPr sz="1275" b="1">
                <a:solidFill>
                  <a:srgbClr val="1769AA"/>
                </a:solidFill>
              </a:defRPr>
            </a:lvl1pPr>
            <a:lvl2pPr>
              <a:defRPr sz="1275" b="1">
                <a:solidFill>
                  <a:srgbClr val="1769AA"/>
                </a:solidFill>
              </a:defRPr>
            </a:lvl2pPr>
            <a:lvl3pPr>
              <a:defRPr sz="1275" b="1">
                <a:solidFill>
                  <a:srgbClr val="1769AA"/>
                </a:solidFill>
              </a:defRPr>
            </a:lvl3pPr>
            <a:lvl4pPr>
              <a:defRPr sz="1275" b="1">
                <a:solidFill>
                  <a:srgbClr val="1769AA"/>
                </a:solidFill>
              </a:defRPr>
            </a:lvl4pPr>
            <a:lvl5pPr>
              <a:defRPr sz="1275" b="1">
                <a:solidFill>
                  <a:srgbClr val="1769AA"/>
                </a:solidFill>
              </a:defRPr>
            </a:lvl5pPr>
            <a:lvl6pPr>
              <a:defRPr sz="1275" b="1">
                <a:solidFill>
                  <a:srgbClr val="1769AA"/>
                </a:solidFill>
              </a:defRPr>
            </a:lvl6pPr>
            <a:lvl7pPr>
              <a:defRPr sz="1275" b="1">
                <a:solidFill>
                  <a:srgbClr val="1769AA"/>
                </a:solidFill>
              </a:defRPr>
            </a:lvl7pPr>
            <a:lvl8pPr>
              <a:defRPr sz="1275" b="1">
                <a:solidFill>
                  <a:srgbClr val="1769AA"/>
                </a:solidFill>
              </a:defRPr>
            </a:lvl8pPr>
            <a:lvl9pPr>
              <a:defRPr sz="1275" b="1">
                <a:solidFill>
                  <a:srgbClr val="1769AA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1729F-0586-4806-845C-B0D70EB1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30342-9AFF-491B-A639-F5542114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33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52657D"/>
                </a:solidFill>
              </a:defRPr>
            </a:defPPr>
            <a:lvl1pPr>
              <a:defRPr sz="1425" b="1">
                <a:solidFill>
                  <a:srgbClr val="52657D"/>
                </a:solidFill>
              </a:defRPr>
            </a:lvl1pPr>
            <a:lvl2pPr>
              <a:defRPr sz="1425" b="1">
                <a:solidFill>
                  <a:srgbClr val="52657D"/>
                </a:solidFill>
              </a:defRPr>
            </a:lvl2pPr>
            <a:lvl3pPr>
              <a:defRPr sz="1425" b="1">
                <a:solidFill>
                  <a:srgbClr val="52657D"/>
                </a:solidFill>
              </a:defRPr>
            </a:lvl3pPr>
            <a:lvl4pPr>
              <a:defRPr sz="1425" b="1">
                <a:solidFill>
                  <a:srgbClr val="52657D"/>
                </a:solidFill>
              </a:defRPr>
            </a:lvl4pPr>
            <a:lvl5pPr>
              <a:defRPr sz="1425" b="1">
                <a:solidFill>
                  <a:srgbClr val="52657D"/>
                </a:solidFill>
              </a:defRPr>
            </a:lvl5pPr>
            <a:lvl6pPr>
              <a:defRPr sz="1425" b="1">
                <a:solidFill>
                  <a:srgbClr val="52657D"/>
                </a:solidFill>
              </a:defRPr>
            </a:lvl6pPr>
            <a:lvl7pPr>
              <a:defRPr sz="1425" b="1">
                <a:solidFill>
                  <a:srgbClr val="52657D"/>
                </a:solidFill>
              </a:defRPr>
            </a:lvl7pPr>
            <a:lvl8pPr>
              <a:defRPr sz="1425" b="1">
                <a:solidFill>
                  <a:srgbClr val="52657D"/>
                </a:solidFill>
              </a:defRPr>
            </a:lvl8pPr>
            <a:lvl9pPr>
              <a:defRPr sz="1425" b="1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52657D"/>
                </a:solidFill>
              </a:defRPr>
            </a:pPr>
            <a:r>
              <a:rPr sz="1425" b="1">
                <a:solidFill>
                  <a:srgbClr val="52657D"/>
                </a:solidFill>
              </a:rPr>
              <a:t>PRIMA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CED8E-8CB0-4E5E-9C9A-11B563F2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33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769AA"/>
                </a:solidFill>
              </a:defRPr>
            </a:defPPr>
            <a:lvl1pPr>
              <a:defRPr sz="1425" b="1">
                <a:solidFill>
                  <a:srgbClr val="1769AA"/>
                </a:solidFill>
              </a:defRPr>
            </a:lvl1pPr>
            <a:lvl2pPr>
              <a:defRPr sz="1425" b="1">
                <a:solidFill>
                  <a:srgbClr val="1769AA"/>
                </a:solidFill>
              </a:defRPr>
            </a:lvl2pPr>
            <a:lvl3pPr>
              <a:defRPr sz="1425" b="1">
                <a:solidFill>
                  <a:srgbClr val="1769AA"/>
                </a:solidFill>
              </a:defRPr>
            </a:lvl3pPr>
            <a:lvl4pPr>
              <a:defRPr sz="1425" b="1">
                <a:solidFill>
                  <a:srgbClr val="1769AA"/>
                </a:solidFill>
              </a:defRPr>
            </a:lvl4pPr>
            <a:lvl5pPr>
              <a:defRPr sz="1425" b="1">
                <a:solidFill>
                  <a:srgbClr val="1769AA"/>
                </a:solidFill>
              </a:defRPr>
            </a:lvl5pPr>
            <a:lvl6pPr>
              <a:defRPr sz="1425" b="1">
                <a:solidFill>
                  <a:srgbClr val="1769AA"/>
                </a:solidFill>
              </a:defRPr>
            </a:lvl6pPr>
            <a:lvl7pPr>
              <a:defRPr sz="1425" b="1">
                <a:solidFill>
                  <a:srgbClr val="1769AA"/>
                </a:solidFill>
              </a:defRPr>
            </a:lvl7pPr>
            <a:lvl8pPr>
              <a:defRPr sz="1425" b="1">
                <a:solidFill>
                  <a:srgbClr val="1769AA"/>
                </a:solidFill>
              </a:defRPr>
            </a:lvl8pPr>
            <a:lvl9pPr>
              <a:defRPr sz="1425" b="1">
                <a:solidFill>
                  <a:srgbClr val="1769AA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769AA"/>
                </a:solidFill>
              </a:defRPr>
            </a:pPr>
            <a:r>
              <a:rPr sz="1425" b="1">
                <a:solidFill>
                  <a:srgbClr val="1769AA"/>
                </a:solidFill>
              </a:rPr>
              <a:t>DOPO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8A2C3-9C7B-4879-B8FA-CA9E040F3B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cd8d5697d479d"/>
          <a:stretch xmlns:a="http://schemas.openxmlformats.org/drawingml/2006/main"/>
        </p:blipFill>
        <p:spPr>
          <a:xfrm xmlns:a="http://schemas.openxmlformats.org/drawingml/2006/main">
            <a:off x="1000125" y="1714500"/>
            <a:ext cx="3810000" cy="38100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40918-519C-425D-BCB0-564E5076BB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a85b2c0ca4050"/>
          <a:stretch xmlns:a="http://schemas.openxmlformats.org/drawingml/2006/main"/>
        </p:blipFill>
        <p:spPr>
          <a:xfrm xmlns:a="http://schemas.openxmlformats.org/drawingml/2006/main">
            <a:off x="7381875" y="1714500"/>
            <a:ext cx="3810000" cy="3810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A7F3B-245C-46B1-B3D0-9B17092E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47875"/>
            <a:ext cx="2000250" cy="271462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33A50-F37C-4341-8AA0-F8B5E868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38375"/>
            <a:ext cx="1619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Un pixel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0 0 0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diventa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0 90 255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6E0F7-90E1-4098-8842-5CCFA8C3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7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72033"/>
                </a:solidFill>
              </a:defRPr>
            </a:defPPr>
            <a:lvl1pPr>
              <a:defRPr sz="1575" b="1">
                <a:solidFill>
                  <a:srgbClr val="172033"/>
                </a:solidFill>
              </a:defRPr>
            </a:lvl1pPr>
            <a:lvl2pPr>
              <a:defRPr sz="1575" b="1">
                <a:solidFill>
                  <a:srgbClr val="172033"/>
                </a:solidFill>
              </a:defRPr>
            </a:lvl2pPr>
            <a:lvl3pPr>
              <a:defRPr sz="1575" b="1">
                <a:solidFill>
                  <a:srgbClr val="172033"/>
                </a:solidFill>
              </a:defRPr>
            </a:lvl3pPr>
            <a:lvl4pPr>
              <a:defRPr sz="1575" b="1">
                <a:solidFill>
                  <a:srgbClr val="172033"/>
                </a:solidFill>
              </a:defRPr>
            </a:lvl4pPr>
            <a:lvl5pPr>
              <a:defRPr sz="1575" b="1">
                <a:solidFill>
                  <a:srgbClr val="172033"/>
                </a:solidFill>
              </a:defRPr>
            </a:lvl5pPr>
            <a:lvl6pPr>
              <a:defRPr sz="1575" b="1">
                <a:solidFill>
                  <a:srgbClr val="172033"/>
                </a:solidFill>
              </a:defRPr>
            </a:lvl6pPr>
            <a:lvl7pPr>
              <a:defRPr sz="1575" b="1">
                <a:solidFill>
                  <a:srgbClr val="172033"/>
                </a:solidFill>
              </a:defRPr>
            </a:lvl7pPr>
            <a:lvl8pPr>
              <a:defRPr sz="1575" b="1">
                <a:solidFill>
                  <a:srgbClr val="172033"/>
                </a:solidFill>
              </a:defRPr>
            </a:lvl8pPr>
            <a:lvl9pPr>
              <a:defRPr sz="1575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Un occhio diventa blu. Quattro pixel diventano verdi.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B2862-96EC-4899-862A-911DCEE0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57D"/>
                </a:solidFill>
              </a:defRPr>
            </a:defPPr>
            <a:lvl1pPr>
              <a:defRPr sz="900" b="0">
                <a:solidFill>
                  <a:srgbClr val="52657D"/>
                </a:solidFill>
              </a:defRPr>
            </a:lvl1pPr>
            <a:lvl2pPr>
              <a:defRPr sz="900" b="0">
                <a:solidFill>
                  <a:srgbClr val="52657D"/>
                </a:solidFill>
              </a:defRPr>
            </a:lvl2pPr>
            <a:lvl3pPr>
              <a:defRPr sz="900" b="0">
                <a:solidFill>
                  <a:srgbClr val="52657D"/>
                </a:solidFill>
              </a:defRPr>
            </a:lvl3pPr>
            <a:lvl4pPr>
              <a:defRPr sz="900" b="0">
                <a:solidFill>
                  <a:srgbClr val="52657D"/>
                </a:solidFill>
              </a:defRPr>
            </a:lvl4pPr>
            <a:lvl5pPr>
              <a:defRPr sz="900" b="0">
                <a:solidFill>
                  <a:srgbClr val="52657D"/>
                </a:solidFill>
              </a:defRPr>
            </a:lvl5pPr>
            <a:lvl6pPr>
              <a:defRPr sz="900" b="0">
                <a:solidFill>
                  <a:srgbClr val="52657D"/>
                </a:solidFill>
              </a:defRPr>
            </a:lvl6pPr>
            <a:lvl7pPr>
              <a:defRPr sz="900" b="0">
                <a:solidFill>
                  <a:srgbClr val="52657D"/>
                </a:solidFill>
              </a:defRPr>
            </a:lvl7pPr>
            <a:lvl8pPr>
              <a:defRPr sz="900" b="0">
                <a:solidFill>
                  <a:srgbClr val="52657D"/>
                </a:solidFill>
              </a:defRPr>
            </a:lvl8pPr>
            <a:lvl9pPr>
              <a:defRPr sz="900" b="0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2657D"/>
                </a:solidFill>
              </a:defRPr>
            </a:pPr>
            <a:r>
              <a:rPr sz="900" b="0">
                <a:solidFill>
                  <a:srgbClr val="52657D"/>
                </a:solidFill>
              </a:rPr>
              <a:t>1GIA  Codifica delle immagini raster</a:t>
            </a:r>
          </a:p>
        </p:txBody>
      </p:sp>
    </p:spTree>
    <p:extLst>
      <p:ext uri="{BB962C8B-B14F-4D97-AF65-F5344CB8AC3E}">
        <p14:creationId xmlns:p14="http://schemas.microsoft.com/office/powerpoint/2010/main" val="19539444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4FFC11-E62C-46E7-AD8E-53100FA5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102A43"/>
                </a:solidFill>
              </a:defRPr>
            </a:defPPr>
            <a:lvl1pPr>
              <a:defRPr sz="2700" b="1">
                <a:solidFill>
                  <a:srgbClr val="102A43"/>
                </a:solidFill>
              </a:defRPr>
            </a:lvl1pPr>
            <a:lvl2pPr>
              <a:defRPr sz="2700" b="1">
                <a:solidFill>
                  <a:srgbClr val="102A43"/>
                </a:solidFill>
              </a:defRPr>
            </a:lvl2pPr>
            <a:lvl3pPr>
              <a:defRPr sz="2700" b="1">
                <a:solidFill>
                  <a:srgbClr val="102A43"/>
                </a:solidFill>
              </a:defRPr>
            </a:lvl3pPr>
            <a:lvl4pPr>
              <a:defRPr sz="2700" b="1">
                <a:solidFill>
                  <a:srgbClr val="102A43"/>
                </a:solidFill>
              </a:defRPr>
            </a:lvl4pPr>
            <a:lvl5pPr>
              <a:defRPr sz="2700" b="1">
                <a:solidFill>
                  <a:srgbClr val="102A43"/>
                </a:solidFill>
              </a:defRPr>
            </a:lvl5pPr>
            <a:lvl6pPr>
              <a:defRPr sz="2700" b="1">
                <a:solidFill>
                  <a:srgbClr val="102A43"/>
                </a:solidFill>
              </a:defRPr>
            </a:lvl6pPr>
            <a:lvl7pPr>
              <a:defRPr sz="2700" b="1">
                <a:solidFill>
                  <a:srgbClr val="102A43"/>
                </a:solidFill>
              </a:defRPr>
            </a:lvl7pPr>
            <a:lvl8pPr>
              <a:defRPr sz="2700" b="1">
                <a:solidFill>
                  <a:srgbClr val="102A43"/>
                </a:solidFill>
              </a:defRPr>
            </a:lvl8pPr>
            <a:lvl9pPr>
              <a:defRPr sz="27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Attività pratica nel visualizzatore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FDDD9-D9D0-4FBA-AB69-FC3E7173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769AA"/>
                </a:solidFill>
              </a:defRPr>
            </a:defPPr>
            <a:lvl1pPr>
              <a:defRPr sz="1275" b="1">
                <a:solidFill>
                  <a:srgbClr val="1769AA"/>
                </a:solidFill>
              </a:defRPr>
            </a:lvl1pPr>
            <a:lvl2pPr>
              <a:defRPr sz="1275" b="1">
                <a:solidFill>
                  <a:srgbClr val="1769AA"/>
                </a:solidFill>
              </a:defRPr>
            </a:lvl2pPr>
            <a:lvl3pPr>
              <a:defRPr sz="1275" b="1">
                <a:solidFill>
                  <a:srgbClr val="1769AA"/>
                </a:solidFill>
              </a:defRPr>
            </a:lvl3pPr>
            <a:lvl4pPr>
              <a:defRPr sz="1275" b="1">
                <a:solidFill>
                  <a:srgbClr val="1769AA"/>
                </a:solidFill>
              </a:defRPr>
            </a:lvl4pPr>
            <a:lvl5pPr>
              <a:defRPr sz="1275" b="1">
                <a:solidFill>
                  <a:srgbClr val="1769AA"/>
                </a:solidFill>
              </a:defRPr>
            </a:lvl5pPr>
            <a:lvl6pPr>
              <a:defRPr sz="1275" b="1">
                <a:solidFill>
                  <a:srgbClr val="1769AA"/>
                </a:solidFill>
              </a:defRPr>
            </a:lvl6pPr>
            <a:lvl7pPr>
              <a:defRPr sz="1275" b="1">
                <a:solidFill>
                  <a:srgbClr val="1769AA"/>
                </a:solidFill>
              </a:defRPr>
            </a:lvl7pPr>
            <a:lvl8pPr>
              <a:defRPr sz="1275" b="1">
                <a:solidFill>
                  <a:srgbClr val="1769AA"/>
                </a:solidFill>
              </a:defRPr>
            </a:lvl8pPr>
            <a:lvl9pPr>
              <a:defRPr sz="1275" b="1">
                <a:solidFill>
                  <a:srgbClr val="1769AA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D64AE-96A5-403E-A714-1B1FB6C7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9E010-D00E-4F3A-8839-820CA9A0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3905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F6DDF-83F2-46A0-B029-E0ABCDC423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37916cc7240da"/>
          <a:stretch xmlns:a="http://schemas.openxmlformats.org/drawingml/2006/main"/>
        </p:blipFill>
        <p:spPr>
          <a:xfrm xmlns:a="http://schemas.openxmlformats.org/drawingml/2006/main">
            <a:off x="876300" y="1762125"/>
            <a:ext cx="3524250" cy="3524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7A070-03C9-4FCA-882E-531296C0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721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769AA"/>
                </a:solidFill>
              </a:defRPr>
            </a:defPPr>
            <a:lvl1pPr>
              <a:defRPr sz="1350" b="1">
                <a:solidFill>
                  <a:srgbClr val="1769AA"/>
                </a:solidFill>
              </a:defRPr>
            </a:lvl1pPr>
            <a:lvl2pPr>
              <a:defRPr sz="1350" b="1">
                <a:solidFill>
                  <a:srgbClr val="1769AA"/>
                </a:solidFill>
              </a:defRPr>
            </a:lvl2pPr>
            <a:lvl3pPr>
              <a:defRPr sz="1350" b="1">
                <a:solidFill>
                  <a:srgbClr val="1769AA"/>
                </a:solidFill>
              </a:defRPr>
            </a:lvl3pPr>
            <a:lvl4pPr>
              <a:defRPr sz="1350" b="1">
                <a:solidFill>
                  <a:srgbClr val="1769AA"/>
                </a:solidFill>
              </a:defRPr>
            </a:lvl4pPr>
            <a:lvl5pPr>
              <a:defRPr sz="1350" b="1">
                <a:solidFill>
                  <a:srgbClr val="1769AA"/>
                </a:solidFill>
              </a:defRPr>
            </a:lvl5pPr>
            <a:lvl6pPr>
              <a:defRPr sz="1350" b="1">
                <a:solidFill>
                  <a:srgbClr val="1769AA"/>
                </a:solidFill>
              </a:defRPr>
            </a:lvl6pPr>
            <a:lvl7pPr>
              <a:defRPr sz="1350" b="1">
                <a:solidFill>
                  <a:srgbClr val="1769AA"/>
                </a:solidFill>
              </a:defRPr>
            </a:lvl7pPr>
            <a:lvl8pPr>
              <a:defRPr sz="1350" b="1">
                <a:solidFill>
                  <a:srgbClr val="1769AA"/>
                </a:solidFill>
              </a:defRPr>
            </a:lvl8pPr>
            <a:lvl9pPr>
              <a:defRPr sz="1350" b="1">
                <a:solidFill>
                  <a:srgbClr val="1769AA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Tela 8 ×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D5D24-CDE8-4851-B8BE-0947E476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4287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2EC4B6"/>
                </a:solidFill>
              </a:defRPr>
            </a:defPPr>
            <a:lvl1pPr>
              <a:defRPr sz="2100" b="1">
                <a:solidFill>
                  <a:srgbClr val="2EC4B6"/>
                </a:solidFill>
              </a:defRPr>
            </a:lvl1pPr>
            <a:lvl2pPr>
              <a:defRPr sz="2100" b="1">
                <a:solidFill>
                  <a:srgbClr val="2EC4B6"/>
                </a:solidFill>
              </a:defRPr>
            </a:lvl2pPr>
            <a:lvl3pPr>
              <a:defRPr sz="2100" b="1">
                <a:solidFill>
                  <a:srgbClr val="2EC4B6"/>
                </a:solidFill>
              </a:defRPr>
            </a:lvl3pPr>
            <a:lvl4pPr>
              <a:defRPr sz="2100" b="1">
                <a:solidFill>
                  <a:srgbClr val="2EC4B6"/>
                </a:solidFill>
              </a:defRPr>
            </a:lvl4pPr>
            <a:lvl5pPr>
              <a:defRPr sz="2100" b="1">
                <a:solidFill>
                  <a:srgbClr val="2EC4B6"/>
                </a:solidFill>
              </a:defRPr>
            </a:lvl5pPr>
            <a:lvl6pPr>
              <a:defRPr sz="2100" b="1">
                <a:solidFill>
                  <a:srgbClr val="2EC4B6"/>
                </a:solidFill>
              </a:defRPr>
            </a:lvl6pPr>
            <a:lvl7pPr>
              <a:defRPr sz="2100" b="1">
                <a:solidFill>
                  <a:srgbClr val="2EC4B6"/>
                </a:solidFill>
              </a:defRPr>
            </a:lvl7pPr>
            <a:lvl8pPr>
              <a:defRPr sz="2100" b="1">
                <a:solidFill>
                  <a:srgbClr val="2EC4B6"/>
                </a:solidFill>
              </a:defRPr>
            </a:lvl8pPr>
            <a:lvl9pPr>
              <a:defRPr sz="2100" b="1">
                <a:solidFill>
                  <a:srgbClr val="2EC4B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EC4B6"/>
                </a:solidFill>
              </a:defRPr>
            </a:pPr>
            <a:r>
              <a:rPr sz="2100" b="1">
                <a:solidFill>
                  <a:srgbClr val="2EC4B6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CB565-FEBA-4132-B961-565FAC5C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72033"/>
                </a:solidFill>
              </a:defRPr>
            </a:defPPr>
            <a:lvl1pPr>
              <a:defRPr sz="1725" b="1">
                <a:solidFill>
                  <a:srgbClr val="172033"/>
                </a:solidFill>
              </a:defRPr>
            </a:lvl1pPr>
            <a:lvl2pPr>
              <a:defRPr sz="1725" b="1">
                <a:solidFill>
                  <a:srgbClr val="172033"/>
                </a:solidFill>
              </a:defRPr>
            </a:lvl2pPr>
            <a:lvl3pPr>
              <a:defRPr sz="1725" b="1">
                <a:solidFill>
                  <a:srgbClr val="172033"/>
                </a:solidFill>
              </a:defRPr>
            </a:lvl3pPr>
            <a:lvl4pPr>
              <a:defRPr sz="1725" b="1">
                <a:solidFill>
                  <a:srgbClr val="172033"/>
                </a:solidFill>
              </a:defRPr>
            </a:lvl4pPr>
            <a:lvl5pPr>
              <a:defRPr sz="1725" b="1">
                <a:solidFill>
                  <a:srgbClr val="172033"/>
                </a:solidFill>
              </a:defRPr>
            </a:lvl5pPr>
            <a:lvl6pPr>
              <a:defRPr sz="1725" b="1">
                <a:solidFill>
                  <a:srgbClr val="172033"/>
                </a:solidFill>
              </a:defRPr>
            </a:lvl6pPr>
            <a:lvl7pPr>
              <a:defRPr sz="1725" b="1">
                <a:solidFill>
                  <a:srgbClr val="172033"/>
                </a:solidFill>
              </a:defRPr>
            </a:lvl7pPr>
            <a:lvl8pPr>
              <a:defRPr sz="1725" b="1">
                <a:solidFill>
                  <a:srgbClr val="172033"/>
                </a:solidFill>
              </a:defRPr>
            </a:lvl8pPr>
            <a:lvl9pPr>
              <a:defRPr sz="1725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Aprire visualizzatore_ppm.html nel 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68FF9-8107-4247-9C02-517E00CE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2EC4B6"/>
                </a:solidFill>
              </a:defRPr>
            </a:defPPr>
            <a:lvl1pPr>
              <a:defRPr sz="2100" b="1">
                <a:solidFill>
                  <a:srgbClr val="2EC4B6"/>
                </a:solidFill>
              </a:defRPr>
            </a:lvl1pPr>
            <a:lvl2pPr>
              <a:defRPr sz="2100" b="1">
                <a:solidFill>
                  <a:srgbClr val="2EC4B6"/>
                </a:solidFill>
              </a:defRPr>
            </a:lvl2pPr>
            <a:lvl3pPr>
              <a:defRPr sz="2100" b="1">
                <a:solidFill>
                  <a:srgbClr val="2EC4B6"/>
                </a:solidFill>
              </a:defRPr>
            </a:lvl3pPr>
            <a:lvl4pPr>
              <a:defRPr sz="2100" b="1">
                <a:solidFill>
                  <a:srgbClr val="2EC4B6"/>
                </a:solidFill>
              </a:defRPr>
            </a:lvl4pPr>
            <a:lvl5pPr>
              <a:defRPr sz="2100" b="1">
                <a:solidFill>
                  <a:srgbClr val="2EC4B6"/>
                </a:solidFill>
              </a:defRPr>
            </a:lvl5pPr>
            <a:lvl6pPr>
              <a:defRPr sz="2100" b="1">
                <a:solidFill>
                  <a:srgbClr val="2EC4B6"/>
                </a:solidFill>
              </a:defRPr>
            </a:lvl6pPr>
            <a:lvl7pPr>
              <a:defRPr sz="2100" b="1">
                <a:solidFill>
                  <a:srgbClr val="2EC4B6"/>
                </a:solidFill>
              </a:defRPr>
            </a:lvl7pPr>
            <a:lvl8pPr>
              <a:defRPr sz="2100" b="1">
                <a:solidFill>
                  <a:srgbClr val="2EC4B6"/>
                </a:solidFill>
              </a:defRPr>
            </a:lvl8pPr>
            <a:lvl9pPr>
              <a:defRPr sz="2100" b="1">
                <a:solidFill>
                  <a:srgbClr val="2EC4B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EC4B6"/>
                </a:solidFill>
              </a:defRPr>
            </a:pPr>
            <a:r>
              <a:rPr sz="2100" b="1">
                <a:solidFill>
                  <a:srgbClr val="2EC4B6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03D21-4E50-40D6-8FAA-C0BCE6C2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72033"/>
                </a:solidFill>
              </a:defRPr>
            </a:defPPr>
            <a:lvl1pPr>
              <a:defRPr sz="1725" b="1">
                <a:solidFill>
                  <a:srgbClr val="172033"/>
                </a:solidFill>
              </a:defRPr>
            </a:lvl1pPr>
            <a:lvl2pPr>
              <a:defRPr sz="1725" b="1">
                <a:solidFill>
                  <a:srgbClr val="172033"/>
                </a:solidFill>
              </a:defRPr>
            </a:lvl2pPr>
            <a:lvl3pPr>
              <a:defRPr sz="1725" b="1">
                <a:solidFill>
                  <a:srgbClr val="172033"/>
                </a:solidFill>
              </a:defRPr>
            </a:lvl3pPr>
            <a:lvl4pPr>
              <a:defRPr sz="1725" b="1">
                <a:solidFill>
                  <a:srgbClr val="172033"/>
                </a:solidFill>
              </a:defRPr>
            </a:lvl4pPr>
            <a:lvl5pPr>
              <a:defRPr sz="1725" b="1">
                <a:solidFill>
                  <a:srgbClr val="172033"/>
                </a:solidFill>
              </a:defRPr>
            </a:lvl5pPr>
            <a:lvl6pPr>
              <a:defRPr sz="1725" b="1">
                <a:solidFill>
                  <a:srgbClr val="172033"/>
                </a:solidFill>
              </a:defRPr>
            </a:lvl6pPr>
            <a:lvl7pPr>
              <a:defRPr sz="1725" b="1">
                <a:solidFill>
                  <a:srgbClr val="172033"/>
                </a:solidFill>
              </a:defRPr>
            </a:lvl7pPr>
            <a:lvl8pPr>
              <a:defRPr sz="1725" b="1">
                <a:solidFill>
                  <a:srgbClr val="172033"/>
                </a:solidFill>
              </a:defRPr>
            </a:lvl8pPr>
            <a:lvl9pPr>
              <a:defRPr sz="1725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Caricare 05_esercizio_vuoto_8x8.ppm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DA71F-267D-4A20-AA7B-D169B56F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90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2EC4B6"/>
                </a:solidFill>
              </a:defRPr>
            </a:defPPr>
            <a:lvl1pPr>
              <a:defRPr sz="2100" b="1">
                <a:solidFill>
                  <a:srgbClr val="2EC4B6"/>
                </a:solidFill>
              </a:defRPr>
            </a:lvl1pPr>
            <a:lvl2pPr>
              <a:defRPr sz="2100" b="1">
                <a:solidFill>
                  <a:srgbClr val="2EC4B6"/>
                </a:solidFill>
              </a:defRPr>
            </a:lvl2pPr>
            <a:lvl3pPr>
              <a:defRPr sz="2100" b="1">
                <a:solidFill>
                  <a:srgbClr val="2EC4B6"/>
                </a:solidFill>
              </a:defRPr>
            </a:lvl3pPr>
            <a:lvl4pPr>
              <a:defRPr sz="2100" b="1">
                <a:solidFill>
                  <a:srgbClr val="2EC4B6"/>
                </a:solidFill>
              </a:defRPr>
            </a:lvl4pPr>
            <a:lvl5pPr>
              <a:defRPr sz="2100" b="1">
                <a:solidFill>
                  <a:srgbClr val="2EC4B6"/>
                </a:solidFill>
              </a:defRPr>
            </a:lvl5pPr>
            <a:lvl6pPr>
              <a:defRPr sz="2100" b="1">
                <a:solidFill>
                  <a:srgbClr val="2EC4B6"/>
                </a:solidFill>
              </a:defRPr>
            </a:lvl6pPr>
            <a:lvl7pPr>
              <a:defRPr sz="2100" b="1">
                <a:solidFill>
                  <a:srgbClr val="2EC4B6"/>
                </a:solidFill>
              </a:defRPr>
            </a:lvl7pPr>
            <a:lvl8pPr>
              <a:defRPr sz="2100" b="1">
                <a:solidFill>
                  <a:srgbClr val="2EC4B6"/>
                </a:solidFill>
              </a:defRPr>
            </a:lvl8pPr>
            <a:lvl9pPr>
              <a:defRPr sz="2100" b="1">
                <a:solidFill>
                  <a:srgbClr val="2EC4B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EC4B6"/>
                </a:solidFill>
              </a:defRPr>
            </a:pPr>
            <a:r>
              <a:rPr sz="2100" b="1">
                <a:solidFill>
                  <a:srgbClr val="2EC4B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E971E-94A7-4A5C-91B3-CF350099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72033"/>
                </a:solidFill>
              </a:defRPr>
            </a:defPPr>
            <a:lvl1pPr>
              <a:defRPr sz="1725" b="1">
                <a:solidFill>
                  <a:srgbClr val="172033"/>
                </a:solidFill>
              </a:defRPr>
            </a:lvl1pPr>
            <a:lvl2pPr>
              <a:defRPr sz="1725" b="1">
                <a:solidFill>
                  <a:srgbClr val="172033"/>
                </a:solidFill>
              </a:defRPr>
            </a:lvl2pPr>
            <a:lvl3pPr>
              <a:defRPr sz="1725" b="1">
                <a:solidFill>
                  <a:srgbClr val="172033"/>
                </a:solidFill>
              </a:defRPr>
            </a:lvl3pPr>
            <a:lvl4pPr>
              <a:defRPr sz="1725" b="1">
                <a:solidFill>
                  <a:srgbClr val="172033"/>
                </a:solidFill>
              </a:defRPr>
            </a:lvl4pPr>
            <a:lvl5pPr>
              <a:defRPr sz="1725" b="1">
                <a:solidFill>
                  <a:srgbClr val="172033"/>
                </a:solidFill>
              </a:defRPr>
            </a:lvl5pPr>
            <a:lvl6pPr>
              <a:defRPr sz="1725" b="1">
                <a:solidFill>
                  <a:srgbClr val="172033"/>
                </a:solidFill>
              </a:defRPr>
            </a:lvl6pPr>
            <a:lvl7pPr>
              <a:defRPr sz="1725" b="1">
                <a:solidFill>
                  <a:srgbClr val="172033"/>
                </a:solidFill>
              </a:defRPr>
            </a:lvl7pPr>
            <a:lvl8pPr>
              <a:defRPr sz="1725" b="1">
                <a:solidFill>
                  <a:srgbClr val="172033"/>
                </a:solidFill>
              </a:defRPr>
            </a:lvl8pPr>
            <a:lvl9pPr>
              <a:defRPr sz="1725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Disegnare usando almeno quattro colori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89D0F-BE34-4239-8436-EC5CCBBD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719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2EC4B6"/>
                </a:solidFill>
              </a:defRPr>
            </a:defPPr>
            <a:lvl1pPr>
              <a:defRPr sz="2100" b="1">
                <a:solidFill>
                  <a:srgbClr val="2EC4B6"/>
                </a:solidFill>
              </a:defRPr>
            </a:lvl1pPr>
            <a:lvl2pPr>
              <a:defRPr sz="2100" b="1">
                <a:solidFill>
                  <a:srgbClr val="2EC4B6"/>
                </a:solidFill>
              </a:defRPr>
            </a:lvl2pPr>
            <a:lvl3pPr>
              <a:defRPr sz="2100" b="1">
                <a:solidFill>
                  <a:srgbClr val="2EC4B6"/>
                </a:solidFill>
              </a:defRPr>
            </a:lvl3pPr>
            <a:lvl4pPr>
              <a:defRPr sz="2100" b="1">
                <a:solidFill>
                  <a:srgbClr val="2EC4B6"/>
                </a:solidFill>
              </a:defRPr>
            </a:lvl4pPr>
            <a:lvl5pPr>
              <a:defRPr sz="2100" b="1">
                <a:solidFill>
                  <a:srgbClr val="2EC4B6"/>
                </a:solidFill>
              </a:defRPr>
            </a:lvl5pPr>
            <a:lvl6pPr>
              <a:defRPr sz="2100" b="1">
                <a:solidFill>
                  <a:srgbClr val="2EC4B6"/>
                </a:solidFill>
              </a:defRPr>
            </a:lvl6pPr>
            <a:lvl7pPr>
              <a:defRPr sz="2100" b="1">
                <a:solidFill>
                  <a:srgbClr val="2EC4B6"/>
                </a:solidFill>
              </a:defRPr>
            </a:lvl7pPr>
            <a:lvl8pPr>
              <a:defRPr sz="2100" b="1">
                <a:solidFill>
                  <a:srgbClr val="2EC4B6"/>
                </a:solidFill>
              </a:defRPr>
            </a:lvl8pPr>
            <a:lvl9pPr>
              <a:defRPr sz="2100" b="1">
                <a:solidFill>
                  <a:srgbClr val="2EC4B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EC4B6"/>
                </a:solidFill>
              </a:defRPr>
            </a:pPr>
            <a:r>
              <a:rPr sz="2100" b="1">
                <a:solidFill>
                  <a:srgbClr val="2EC4B6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5475C-9798-4B9E-8FA3-3A675E6D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719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72033"/>
                </a:solidFill>
              </a:defRPr>
            </a:defPPr>
            <a:lvl1pPr>
              <a:defRPr sz="1725" b="1">
                <a:solidFill>
                  <a:srgbClr val="172033"/>
                </a:solidFill>
              </a:defRPr>
            </a:lvl1pPr>
            <a:lvl2pPr>
              <a:defRPr sz="1725" b="1">
                <a:solidFill>
                  <a:srgbClr val="172033"/>
                </a:solidFill>
              </a:defRPr>
            </a:lvl2pPr>
            <a:lvl3pPr>
              <a:defRPr sz="1725" b="1">
                <a:solidFill>
                  <a:srgbClr val="172033"/>
                </a:solidFill>
              </a:defRPr>
            </a:lvl3pPr>
            <a:lvl4pPr>
              <a:defRPr sz="1725" b="1">
                <a:solidFill>
                  <a:srgbClr val="172033"/>
                </a:solidFill>
              </a:defRPr>
            </a:lvl4pPr>
            <a:lvl5pPr>
              <a:defRPr sz="1725" b="1">
                <a:solidFill>
                  <a:srgbClr val="172033"/>
                </a:solidFill>
              </a:defRPr>
            </a:lvl5pPr>
            <a:lvl6pPr>
              <a:defRPr sz="1725" b="1">
                <a:solidFill>
                  <a:srgbClr val="172033"/>
                </a:solidFill>
              </a:defRPr>
            </a:lvl6pPr>
            <a:lvl7pPr>
              <a:defRPr sz="1725" b="1">
                <a:solidFill>
                  <a:srgbClr val="172033"/>
                </a:solidFill>
              </a:defRPr>
            </a:lvl7pPr>
            <a:lvl8pPr>
              <a:defRPr sz="1725" b="1">
                <a:solidFill>
                  <a:srgbClr val="172033"/>
                </a:solidFill>
              </a:defRPr>
            </a:lvl8pPr>
            <a:lvl9pPr>
              <a:defRPr sz="1725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Modificare un pixel e poi un gruppo di pixel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3D91F-089D-46B1-8113-E38198EB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529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2EC4B6"/>
                </a:solidFill>
              </a:defRPr>
            </a:defPPr>
            <a:lvl1pPr>
              <a:defRPr sz="2100" b="1">
                <a:solidFill>
                  <a:srgbClr val="2EC4B6"/>
                </a:solidFill>
              </a:defRPr>
            </a:lvl1pPr>
            <a:lvl2pPr>
              <a:defRPr sz="2100" b="1">
                <a:solidFill>
                  <a:srgbClr val="2EC4B6"/>
                </a:solidFill>
              </a:defRPr>
            </a:lvl2pPr>
            <a:lvl3pPr>
              <a:defRPr sz="2100" b="1">
                <a:solidFill>
                  <a:srgbClr val="2EC4B6"/>
                </a:solidFill>
              </a:defRPr>
            </a:lvl3pPr>
            <a:lvl4pPr>
              <a:defRPr sz="2100" b="1">
                <a:solidFill>
                  <a:srgbClr val="2EC4B6"/>
                </a:solidFill>
              </a:defRPr>
            </a:lvl4pPr>
            <a:lvl5pPr>
              <a:defRPr sz="2100" b="1">
                <a:solidFill>
                  <a:srgbClr val="2EC4B6"/>
                </a:solidFill>
              </a:defRPr>
            </a:lvl5pPr>
            <a:lvl6pPr>
              <a:defRPr sz="2100" b="1">
                <a:solidFill>
                  <a:srgbClr val="2EC4B6"/>
                </a:solidFill>
              </a:defRPr>
            </a:lvl6pPr>
            <a:lvl7pPr>
              <a:defRPr sz="2100" b="1">
                <a:solidFill>
                  <a:srgbClr val="2EC4B6"/>
                </a:solidFill>
              </a:defRPr>
            </a:lvl7pPr>
            <a:lvl8pPr>
              <a:defRPr sz="2100" b="1">
                <a:solidFill>
                  <a:srgbClr val="2EC4B6"/>
                </a:solidFill>
              </a:defRPr>
            </a:lvl8pPr>
            <a:lvl9pPr>
              <a:defRPr sz="2100" b="1">
                <a:solidFill>
                  <a:srgbClr val="2EC4B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EC4B6"/>
                </a:solidFill>
              </a:defRPr>
            </a:pPr>
            <a:r>
              <a:rPr sz="2100" b="1">
                <a:solidFill>
                  <a:srgbClr val="2EC4B6"/>
                </a:solidFill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2A953-D4D7-4BDD-9002-CE8B0342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529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72033"/>
                </a:solidFill>
              </a:defRPr>
            </a:defPPr>
            <a:lvl1pPr>
              <a:defRPr sz="1725" b="1">
                <a:solidFill>
                  <a:srgbClr val="172033"/>
                </a:solidFill>
              </a:defRPr>
            </a:lvl1pPr>
            <a:lvl2pPr>
              <a:defRPr sz="1725" b="1">
                <a:solidFill>
                  <a:srgbClr val="172033"/>
                </a:solidFill>
              </a:defRPr>
            </a:lvl2pPr>
            <a:lvl3pPr>
              <a:defRPr sz="1725" b="1">
                <a:solidFill>
                  <a:srgbClr val="172033"/>
                </a:solidFill>
              </a:defRPr>
            </a:lvl3pPr>
            <a:lvl4pPr>
              <a:defRPr sz="1725" b="1">
                <a:solidFill>
                  <a:srgbClr val="172033"/>
                </a:solidFill>
              </a:defRPr>
            </a:lvl4pPr>
            <a:lvl5pPr>
              <a:defRPr sz="1725" b="1">
                <a:solidFill>
                  <a:srgbClr val="172033"/>
                </a:solidFill>
              </a:defRPr>
            </a:lvl5pPr>
            <a:lvl6pPr>
              <a:defRPr sz="1725" b="1">
                <a:solidFill>
                  <a:srgbClr val="172033"/>
                </a:solidFill>
              </a:defRPr>
            </a:lvl6pPr>
            <a:lvl7pPr>
              <a:defRPr sz="1725" b="1">
                <a:solidFill>
                  <a:srgbClr val="172033"/>
                </a:solidFill>
              </a:defRPr>
            </a:lvl7pPr>
            <a:lvl8pPr>
              <a:defRPr sz="1725" b="1">
                <a:solidFill>
                  <a:srgbClr val="172033"/>
                </a:solidFill>
              </a:defRPr>
            </a:lvl8pPr>
            <a:lvl9pPr>
              <a:defRPr sz="1725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Salvare il PPM ed esportare il PNG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D0241-FADF-4875-8AF2-38494AFD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715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0CDC7-8F28-4728-BB0A-7E5C3657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5340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Consegna: spiegare quali valori RGB sono stati cambiati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566B33-7185-4775-B8CC-B6B00290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2657D"/>
                </a:solidFill>
              </a:defRPr>
            </a:defPPr>
            <a:lvl1pPr>
              <a:defRPr sz="900" b="0">
                <a:solidFill>
                  <a:srgbClr val="52657D"/>
                </a:solidFill>
              </a:defRPr>
            </a:lvl1pPr>
            <a:lvl2pPr>
              <a:defRPr sz="900" b="0">
                <a:solidFill>
                  <a:srgbClr val="52657D"/>
                </a:solidFill>
              </a:defRPr>
            </a:lvl2pPr>
            <a:lvl3pPr>
              <a:defRPr sz="900" b="0">
                <a:solidFill>
                  <a:srgbClr val="52657D"/>
                </a:solidFill>
              </a:defRPr>
            </a:lvl3pPr>
            <a:lvl4pPr>
              <a:defRPr sz="900" b="0">
                <a:solidFill>
                  <a:srgbClr val="52657D"/>
                </a:solidFill>
              </a:defRPr>
            </a:lvl4pPr>
            <a:lvl5pPr>
              <a:defRPr sz="900" b="0">
                <a:solidFill>
                  <a:srgbClr val="52657D"/>
                </a:solidFill>
              </a:defRPr>
            </a:lvl5pPr>
            <a:lvl6pPr>
              <a:defRPr sz="900" b="0">
                <a:solidFill>
                  <a:srgbClr val="52657D"/>
                </a:solidFill>
              </a:defRPr>
            </a:lvl6pPr>
            <a:lvl7pPr>
              <a:defRPr sz="900" b="0">
                <a:solidFill>
                  <a:srgbClr val="52657D"/>
                </a:solidFill>
              </a:defRPr>
            </a:lvl7pPr>
            <a:lvl8pPr>
              <a:defRPr sz="900" b="0">
                <a:solidFill>
                  <a:srgbClr val="52657D"/>
                </a:solidFill>
              </a:defRPr>
            </a:lvl8pPr>
            <a:lvl9pPr>
              <a:defRPr sz="900" b="0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2657D"/>
                </a:solidFill>
              </a:defRPr>
            </a:pPr>
            <a:r>
              <a:rPr sz="900" b="0">
                <a:solidFill>
                  <a:srgbClr val="52657D"/>
                </a:solidFill>
              </a:rPr>
              <a:t>1GIA  Codifica delle immagini raster</a:t>
            </a:r>
          </a:p>
        </p:txBody>
      </p:sp>
    </p:spTree>
    <p:extLst>
      <p:ext uri="{BB962C8B-B14F-4D97-AF65-F5344CB8AC3E}">
        <p14:creationId xmlns:p14="http://schemas.microsoft.com/office/powerpoint/2010/main" val="1060215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AD75D-EAD9-433B-9214-4BFECFF1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14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Verifica rapida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E8856-D3BC-43AC-A6F0-B698C9F9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76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8FAD2-82B8-43B7-944B-36DA8197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FFD166"/>
                </a:solidFill>
              </a:defRPr>
            </a:defPPr>
            <a:lvl1pPr>
              <a:defRPr sz="2250" b="1">
                <a:solidFill>
                  <a:srgbClr val="FFD166"/>
                </a:solidFill>
              </a:defRPr>
            </a:lvl1pPr>
            <a:lvl2pPr>
              <a:defRPr sz="2250" b="1">
                <a:solidFill>
                  <a:srgbClr val="FFD166"/>
                </a:solidFill>
              </a:defRPr>
            </a:lvl2pPr>
            <a:lvl3pPr>
              <a:defRPr sz="2250" b="1">
                <a:solidFill>
                  <a:srgbClr val="FFD166"/>
                </a:solidFill>
              </a:defRPr>
            </a:lvl3pPr>
            <a:lvl4pPr>
              <a:defRPr sz="2250" b="1">
                <a:solidFill>
                  <a:srgbClr val="FFD166"/>
                </a:solidFill>
              </a:defRPr>
            </a:lvl4pPr>
            <a:lvl5pPr>
              <a:defRPr sz="2250" b="1">
                <a:solidFill>
                  <a:srgbClr val="FFD166"/>
                </a:solidFill>
              </a:defRPr>
            </a:lvl5pPr>
            <a:lvl6pPr>
              <a:defRPr sz="2250" b="1">
                <a:solidFill>
                  <a:srgbClr val="FFD166"/>
                </a:solidFill>
              </a:defRPr>
            </a:lvl6pPr>
            <a:lvl7pPr>
              <a:defRPr sz="2250" b="1">
                <a:solidFill>
                  <a:srgbClr val="FFD166"/>
                </a:solidFill>
              </a:defRPr>
            </a:lvl7pPr>
            <a:lvl8pPr>
              <a:defRPr sz="2250" b="1">
                <a:solidFill>
                  <a:srgbClr val="FFD166"/>
                </a:solidFill>
              </a:defRPr>
            </a:lvl8pPr>
            <a:lvl9pPr>
              <a:defRPr sz="2250" b="1">
                <a:solidFill>
                  <a:srgbClr val="FFD166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D166"/>
                </a:solidFill>
              </a:defRPr>
            </a:pPr>
            <a:r>
              <a:rPr sz="2250" b="1">
                <a:solidFill>
                  <a:srgbClr val="FFD166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9524F-8667-4E33-936B-B93A92A2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049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Che cos’è un pixel?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B8A90-A278-411F-BA33-390AB5A7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FFD166"/>
                </a:solidFill>
              </a:defRPr>
            </a:defPPr>
            <a:lvl1pPr>
              <a:defRPr sz="2250" b="1">
                <a:solidFill>
                  <a:srgbClr val="FFD166"/>
                </a:solidFill>
              </a:defRPr>
            </a:lvl1pPr>
            <a:lvl2pPr>
              <a:defRPr sz="2250" b="1">
                <a:solidFill>
                  <a:srgbClr val="FFD166"/>
                </a:solidFill>
              </a:defRPr>
            </a:lvl2pPr>
            <a:lvl3pPr>
              <a:defRPr sz="2250" b="1">
                <a:solidFill>
                  <a:srgbClr val="FFD166"/>
                </a:solidFill>
              </a:defRPr>
            </a:lvl3pPr>
            <a:lvl4pPr>
              <a:defRPr sz="2250" b="1">
                <a:solidFill>
                  <a:srgbClr val="FFD166"/>
                </a:solidFill>
              </a:defRPr>
            </a:lvl4pPr>
            <a:lvl5pPr>
              <a:defRPr sz="2250" b="1">
                <a:solidFill>
                  <a:srgbClr val="FFD166"/>
                </a:solidFill>
              </a:defRPr>
            </a:lvl5pPr>
            <a:lvl6pPr>
              <a:defRPr sz="2250" b="1">
                <a:solidFill>
                  <a:srgbClr val="FFD166"/>
                </a:solidFill>
              </a:defRPr>
            </a:lvl6pPr>
            <a:lvl7pPr>
              <a:defRPr sz="2250" b="1">
                <a:solidFill>
                  <a:srgbClr val="FFD166"/>
                </a:solidFill>
              </a:defRPr>
            </a:lvl7pPr>
            <a:lvl8pPr>
              <a:defRPr sz="2250" b="1">
                <a:solidFill>
                  <a:srgbClr val="FFD166"/>
                </a:solidFill>
              </a:defRPr>
            </a:lvl8pPr>
            <a:lvl9pPr>
              <a:defRPr sz="2250" b="1">
                <a:solidFill>
                  <a:srgbClr val="FFD166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D166"/>
                </a:solidFill>
              </a:defRPr>
            </a:pPr>
            <a:r>
              <a:rPr sz="2250" b="1">
                <a:solidFill>
                  <a:srgbClr val="FFD166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C2E95-1B1E-4DBF-92BC-5098905D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Che cosa rappresentano i tre numeri RGB?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18AA9-7CFF-4A94-B2DA-20E212BB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FFD166"/>
                </a:solidFill>
              </a:defRPr>
            </a:defPPr>
            <a:lvl1pPr>
              <a:defRPr sz="2250" b="1">
                <a:solidFill>
                  <a:srgbClr val="FFD166"/>
                </a:solidFill>
              </a:defRPr>
            </a:lvl1pPr>
            <a:lvl2pPr>
              <a:defRPr sz="2250" b="1">
                <a:solidFill>
                  <a:srgbClr val="FFD166"/>
                </a:solidFill>
              </a:defRPr>
            </a:lvl2pPr>
            <a:lvl3pPr>
              <a:defRPr sz="2250" b="1">
                <a:solidFill>
                  <a:srgbClr val="FFD166"/>
                </a:solidFill>
              </a:defRPr>
            </a:lvl3pPr>
            <a:lvl4pPr>
              <a:defRPr sz="2250" b="1">
                <a:solidFill>
                  <a:srgbClr val="FFD166"/>
                </a:solidFill>
              </a:defRPr>
            </a:lvl4pPr>
            <a:lvl5pPr>
              <a:defRPr sz="2250" b="1">
                <a:solidFill>
                  <a:srgbClr val="FFD166"/>
                </a:solidFill>
              </a:defRPr>
            </a:lvl5pPr>
            <a:lvl6pPr>
              <a:defRPr sz="2250" b="1">
                <a:solidFill>
                  <a:srgbClr val="FFD166"/>
                </a:solidFill>
              </a:defRPr>
            </a:lvl6pPr>
            <a:lvl7pPr>
              <a:defRPr sz="2250" b="1">
                <a:solidFill>
                  <a:srgbClr val="FFD166"/>
                </a:solidFill>
              </a:defRPr>
            </a:lvl7pPr>
            <a:lvl8pPr>
              <a:defRPr sz="2250" b="1">
                <a:solidFill>
                  <a:srgbClr val="FFD166"/>
                </a:solidFill>
              </a:defRPr>
            </a:lvl8pPr>
            <a:lvl9pPr>
              <a:defRPr sz="2250" b="1">
                <a:solidFill>
                  <a:srgbClr val="FFD166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D166"/>
                </a:solidFill>
              </a:defRPr>
            </a:pPr>
            <a:r>
              <a:rPr sz="2250" b="1">
                <a:solidFill>
                  <a:srgbClr val="FFD166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562BD-B6C5-4DD0-87E3-D20A78B3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90950"/>
            <a:ext cx="885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Perché una fotografia occupa più memoria di una griglia 8 × 8?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AD83E-CB26-440D-8FD1-8F84DFD4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959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EC4B6"/>
                </a:solidFill>
              </a:defRPr>
            </a:defPPr>
            <a:lvl1pPr>
              <a:defRPr sz="1350" b="1">
                <a:solidFill>
                  <a:srgbClr val="2EC4B6"/>
                </a:solidFill>
              </a:defRPr>
            </a:lvl1pPr>
            <a:lvl2pPr>
              <a:defRPr sz="1350" b="1">
                <a:solidFill>
                  <a:srgbClr val="2EC4B6"/>
                </a:solidFill>
              </a:defRPr>
            </a:lvl2pPr>
            <a:lvl3pPr>
              <a:defRPr sz="1350" b="1">
                <a:solidFill>
                  <a:srgbClr val="2EC4B6"/>
                </a:solidFill>
              </a:defRPr>
            </a:lvl3pPr>
            <a:lvl4pPr>
              <a:defRPr sz="1350" b="1">
                <a:solidFill>
                  <a:srgbClr val="2EC4B6"/>
                </a:solidFill>
              </a:defRPr>
            </a:lvl4pPr>
            <a:lvl5pPr>
              <a:defRPr sz="1350" b="1">
                <a:solidFill>
                  <a:srgbClr val="2EC4B6"/>
                </a:solidFill>
              </a:defRPr>
            </a:lvl5pPr>
            <a:lvl6pPr>
              <a:defRPr sz="1350" b="1">
                <a:solidFill>
                  <a:srgbClr val="2EC4B6"/>
                </a:solidFill>
              </a:defRPr>
            </a:lvl6pPr>
            <a:lvl7pPr>
              <a:defRPr sz="1350" b="1">
                <a:solidFill>
                  <a:srgbClr val="2EC4B6"/>
                </a:solidFill>
              </a:defRPr>
            </a:lvl7pPr>
            <a:lvl8pPr>
              <a:defRPr sz="1350" b="1">
                <a:solidFill>
                  <a:srgbClr val="2EC4B6"/>
                </a:solidFill>
              </a:defRPr>
            </a:lvl8pPr>
            <a:lvl9pPr>
              <a:defRPr sz="1350" b="1">
                <a:solidFill>
                  <a:srgbClr val="2EC4B6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EC4B6"/>
                </a:solidFill>
              </a:defRPr>
            </a:pPr>
            <a:r>
              <a:rPr sz="1350" b="1">
                <a:solidFill>
                  <a:srgbClr val="2EC4B6"/>
                </a:solidFill>
              </a:rPr>
              <a:t>Uscita dalla lezione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E37CC-4760-4F9A-869D-8508B31F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676900"/>
            <a:ext cx="581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FFFFF"/>
                </a:solidFill>
              </a:defRPr>
            </a:defPPr>
            <a:lvl1pPr>
              <a:defRPr sz="1575" b="0">
                <a:solidFill>
                  <a:srgbClr val="FFFFFF"/>
                </a:solidFill>
              </a:defRPr>
            </a:lvl1pPr>
            <a:lvl2pPr>
              <a:defRPr sz="1575" b="0">
                <a:solidFill>
                  <a:srgbClr val="FFFFFF"/>
                </a:solidFill>
              </a:defRPr>
            </a:lvl2pPr>
            <a:lvl3pPr>
              <a:defRPr sz="1575" b="0">
                <a:solidFill>
                  <a:srgbClr val="FFFFFF"/>
                </a:solidFill>
              </a:defRPr>
            </a:lvl3pPr>
            <a:lvl4pPr>
              <a:defRPr sz="1575" b="0">
                <a:solidFill>
                  <a:srgbClr val="FFFFFF"/>
                </a:solidFill>
              </a:defRPr>
            </a:lvl4pPr>
            <a:lvl5pPr>
              <a:defRPr sz="1575" b="0">
                <a:solidFill>
                  <a:srgbClr val="FFFFFF"/>
                </a:solidFill>
              </a:defRPr>
            </a:lvl5pPr>
            <a:lvl6pPr>
              <a:defRPr sz="1575" b="0">
                <a:solidFill>
                  <a:srgbClr val="FFFFFF"/>
                </a:solidFill>
              </a:defRPr>
            </a:lvl6pPr>
            <a:lvl7pPr>
              <a:defRPr sz="1575" b="0">
                <a:solidFill>
                  <a:srgbClr val="FFFFFF"/>
                </a:solidFill>
              </a:defRPr>
            </a:lvl7pPr>
            <a:lvl8pPr>
              <a:defRPr sz="1575" b="0">
                <a:solidFill>
                  <a:srgbClr val="FFFFFF"/>
                </a:solidFill>
              </a:defRPr>
            </a:lvl8pPr>
            <a:lvl9pPr>
              <a:defRPr sz="15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Scrivi la coordinata e il valore RGB dell’ultimo pixel modificato.</a:t>
            </a:r>
          </a:p>
        </p:txBody>
      </p:sp>
    </p:spTree>
    <p:extLst>
      <p:ext uri="{BB962C8B-B14F-4D97-AF65-F5344CB8AC3E}">
        <p14:creationId xmlns:p14="http://schemas.microsoft.com/office/powerpoint/2010/main" val="8758452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2026-10-25T20:00:06.6250000Z</dcterms:created>
  <dcterms:modified xsi:type="dcterms:W3CDTF">2026-10-25T20:00:06.6250000Z</dcterms:modified>
</coreProperties>
</file>